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72" r:id="rId4"/>
    <p:sldId id="259" r:id="rId5"/>
    <p:sldId id="301" r:id="rId6"/>
    <p:sldId id="302" r:id="rId7"/>
    <p:sldId id="303" r:id="rId8"/>
    <p:sldId id="304" r:id="rId9"/>
    <p:sldId id="305" r:id="rId10"/>
    <p:sldId id="277" r:id="rId11"/>
    <p:sldId id="307" r:id="rId12"/>
    <p:sldId id="266" r:id="rId13"/>
    <p:sldId id="306" r:id="rId14"/>
    <p:sldId id="260" r:id="rId15"/>
  </p:sldIdLst>
  <p:sldSz cx="9144000" cy="5143500" type="screen16x9"/>
  <p:notesSz cx="6858000" cy="9144000"/>
  <p:embeddedFontLst>
    <p:embeddedFont>
      <p:font typeface="Anaheim" panose="020B0604020202020204" charset="0"/>
      <p:regular r:id="rId17"/>
      <p:bold r:id="rId18"/>
    </p:embeddedFont>
    <p:embeddedFont>
      <p:font typeface="Barlow Condensed ExtraBold" panose="00000906000000000000" pitchFamily="2" charset="0"/>
      <p:bold r:id="rId19"/>
      <p:italic r:id="rId20"/>
      <p:boldItalic r:id="rId21"/>
    </p:embeddedFont>
    <p:embeddedFont>
      <p:font typeface="Nunito Light" pitchFamily="2" charset="0"/>
      <p:regular r:id="rId22"/>
      <p:italic r:id="rId23"/>
    </p:embeddedFont>
    <p:embeddedFont>
      <p:font typeface="Overpass Mono" panose="020B0604020202020204" charset="0"/>
      <p:regular r:id="rId24"/>
      <p:bold r:id="rId25"/>
    </p:embeddedFont>
    <p:embeddedFont>
      <p:font typeface="Raleway SemiBold" pitchFamily="2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Roboto Condensed Light" panose="02000000000000000000" pitchFamily="2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A1D7AD-45F3-4AB6-B51C-705635AED337}">
  <a:tblStyle styleId="{6DA1D7AD-45F3-4AB6-B51C-705635AED3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A537C73-BCEC-4352-97CD-05288DA20B3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4" d="100"/>
          <a:sy n="104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ableStyles" Target="tableStyle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8d4cbd36da_4_3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8d4cbd36da_4_31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95C4745B-C1EE-9213-311D-A3C5098C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>
            <a:extLst>
              <a:ext uri="{FF2B5EF4-FFF2-40B4-BE49-F238E27FC236}">
                <a16:creationId xmlns:a16="http://schemas.microsoft.com/office/drawing/2014/main" id="{C261849D-A768-39F7-1532-73436562F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>
            <a:extLst>
              <a:ext uri="{FF2B5EF4-FFF2-40B4-BE49-F238E27FC236}">
                <a16:creationId xmlns:a16="http://schemas.microsoft.com/office/drawing/2014/main" id="{2F5C8677-F465-86C9-0997-BE86281B2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71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657E303B-10D1-93E7-FA3A-F0F57A704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>
            <a:extLst>
              <a:ext uri="{FF2B5EF4-FFF2-40B4-BE49-F238E27FC236}">
                <a16:creationId xmlns:a16="http://schemas.microsoft.com/office/drawing/2014/main" id="{C82CFC5C-B9C4-F379-0C29-0EF18D76CB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>
            <a:extLst>
              <a:ext uri="{FF2B5EF4-FFF2-40B4-BE49-F238E27FC236}">
                <a16:creationId xmlns:a16="http://schemas.microsoft.com/office/drawing/2014/main" id="{F1806CF8-4CDE-B419-4740-9CA64DF2B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1943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EB21FF36-3F4A-B37E-7A58-4DD2456C9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>
            <a:extLst>
              <a:ext uri="{FF2B5EF4-FFF2-40B4-BE49-F238E27FC236}">
                <a16:creationId xmlns:a16="http://schemas.microsoft.com/office/drawing/2014/main" id="{B7F5E6EF-F0C4-736D-762A-08A3DD0DE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>
            <a:extLst>
              <a:ext uri="{FF2B5EF4-FFF2-40B4-BE49-F238E27FC236}">
                <a16:creationId xmlns:a16="http://schemas.microsoft.com/office/drawing/2014/main" id="{60351D0E-34EC-04A4-2DB1-9CD708ACF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556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2435C275-ECEB-D4BC-4034-AB6F14EC8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>
            <a:extLst>
              <a:ext uri="{FF2B5EF4-FFF2-40B4-BE49-F238E27FC236}">
                <a16:creationId xmlns:a16="http://schemas.microsoft.com/office/drawing/2014/main" id="{49D2C293-DD9A-ACF2-C7CD-0D1FD02F7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>
            <a:extLst>
              <a:ext uri="{FF2B5EF4-FFF2-40B4-BE49-F238E27FC236}">
                <a16:creationId xmlns:a16="http://schemas.microsoft.com/office/drawing/2014/main" id="{42B5B446-AD99-EF05-D77A-49F408BF52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6712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1B1AB9E1-8D1B-57CC-F24D-0F94D272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>
            <a:extLst>
              <a:ext uri="{FF2B5EF4-FFF2-40B4-BE49-F238E27FC236}">
                <a16:creationId xmlns:a16="http://schemas.microsoft.com/office/drawing/2014/main" id="{7B4CF524-78C4-52C2-51AA-901B68C56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>
            <a:extLst>
              <a:ext uri="{FF2B5EF4-FFF2-40B4-BE49-F238E27FC236}">
                <a16:creationId xmlns:a16="http://schemas.microsoft.com/office/drawing/2014/main" id="{38A6E5D9-46A8-ACFE-7D70-305E6B669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512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8b34d0e6d4_5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8b34d0e6d4_5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b872573b1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b872573b1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0E8F0923-17EA-3F00-EF98-865B73F58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22dda0a4d_0_0:notes">
            <a:extLst>
              <a:ext uri="{FF2B5EF4-FFF2-40B4-BE49-F238E27FC236}">
                <a16:creationId xmlns:a16="http://schemas.microsoft.com/office/drawing/2014/main" id="{095147A0-F5EA-8BFA-7E8A-5BB025F27F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22dda0a4d_0_0:notes">
            <a:extLst>
              <a:ext uri="{FF2B5EF4-FFF2-40B4-BE49-F238E27FC236}">
                <a16:creationId xmlns:a16="http://schemas.microsoft.com/office/drawing/2014/main" id="{3F8A8F88-27AC-D227-0D92-82C7D16C2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965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8d4cbd36da_4_31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8d4cbd36da_4_31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1515825"/>
            <a:ext cx="2943127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ea principal">
  <p:cSld name="MAIN_POINT_1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/>
          <p:nvPr/>
        </p:nvSpPr>
        <p:spPr>
          <a:xfrm flipH="1">
            <a:off x="27" y="323033"/>
            <a:ext cx="1183740" cy="355315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9"/>
          <p:cNvSpPr/>
          <p:nvPr/>
        </p:nvSpPr>
        <p:spPr>
          <a:xfrm flipH="1">
            <a:off x="3" y="912525"/>
            <a:ext cx="3076570" cy="355301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"/>
          <p:cNvSpPr/>
          <p:nvPr/>
        </p:nvSpPr>
        <p:spPr>
          <a:xfrm flipH="1">
            <a:off x="-4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9"/>
          <p:cNvSpPr/>
          <p:nvPr/>
        </p:nvSpPr>
        <p:spPr>
          <a:xfrm flipH="1">
            <a:off x="67151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9"/>
          <p:cNvSpPr/>
          <p:nvPr/>
        </p:nvSpPr>
        <p:spPr>
          <a:xfrm flipH="1">
            <a:off x="1229469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9"/>
          <p:cNvSpPr/>
          <p:nvPr/>
        </p:nvSpPr>
        <p:spPr>
          <a:xfrm flipH="1">
            <a:off x="66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9"/>
          <p:cNvSpPr/>
          <p:nvPr/>
        </p:nvSpPr>
        <p:spPr>
          <a:xfrm flipH="1">
            <a:off x="23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9"/>
          <p:cNvSpPr/>
          <p:nvPr/>
        </p:nvSpPr>
        <p:spPr>
          <a:xfrm flipH="1">
            <a:off x="29" y="3268778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9"/>
          <p:cNvSpPr/>
          <p:nvPr/>
        </p:nvSpPr>
        <p:spPr>
          <a:xfrm flipH="1">
            <a:off x="1299941" y="3268775"/>
            <a:ext cx="490759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/>
          <p:cNvSpPr/>
          <p:nvPr/>
        </p:nvSpPr>
        <p:spPr>
          <a:xfrm flipH="1">
            <a:off x="13" y="3858250"/>
            <a:ext cx="1457311" cy="355322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/>
          <p:cNvSpPr/>
          <p:nvPr/>
        </p:nvSpPr>
        <p:spPr>
          <a:xfrm flipH="1">
            <a:off x="7377202" y="3858250"/>
            <a:ext cx="1766704" cy="355322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/>
          <p:nvPr/>
        </p:nvSpPr>
        <p:spPr>
          <a:xfrm flipH="1">
            <a:off x="7488607" y="2679300"/>
            <a:ext cx="1655292" cy="355450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/>
          <p:nvPr/>
        </p:nvSpPr>
        <p:spPr>
          <a:xfrm flipH="1">
            <a:off x="8105584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 flipH="1">
            <a:off x="8039752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 flipH="1">
            <a:off x="5478250" y="1500456"/>
            <a:ext cx="2365680" cy="356858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/>
          <p:nvPr/>
        </p:nvSpPr>
        <p:spPr>
          <a:xfrm flipH="1">
            <a:off x="6896105" y="912525"/>
            <a:ext cx="2247799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"/>
          <p:cNvSpPr/>
          <p:nvPr/>
        </p:nvSpPr>
        <p:spPr>
          <a:xfrm flipH="1">
            <a:off x="3895732" y="323025"/>
            <a:ext cx="4819643" cy="355322"/>
          </a:xfrm>
          <a:custGeom>
            <a:avLst/>
            <a:gdLst/>
            <a:ahLst/>
            <a:cxnLst/>
            <a:rect l="l" t="t" r="r" b="b"/>
            <a:pathLst>
              <a:path w="18087" h="2763" extrusionOk="0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 flipH="1">
            <a:off x="2611243" y="4446200"/>
            <a:ext cx="6532757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2094068" y="1123143"/>
            <a:ext cx="4955589" cy="3012341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4277738" y="1545725"/>
            <a:ext cx="191018" cy="298421"/>
          </a:xfrm>
          <a:custGeom>
            <a:avLst/>
            <a:gdLst/>
            <a:ahLst/>
            <a:cxnLst/>
            <a:rect l="l" t="t" r="r" b="b"/>
            <a:pathLst>
              <a:path w="5846" h="9133" extrusionOk="0">
                <a:moveTo>
                  <a:pt x="4560" y="1"/>
                </a:moveTo>
                <a:lnTo>
                  <a:pt x="0" y="4573"/>
                </a:lnTo>
                <a:lnTo>
                  <a:pt x="4560" y="9133"/>
                </a:lnTo>
                <a:lnTo>
                  <a:pt x="5846" y="7847"/>
                </a:lnTo>
                <a:lnTo>
                  <a:pt x="2572" y="4573"/>
                </a:lnTo>
                <a:lnTo>
                  <a:pt x="5846" y="1287"/>
                </a:lnTo>
                <a:lnTo>
                  <a:pt x="456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4674543" y="1545725"/>
            <a:ext cx="191443" cy="298421"/>
          </a:xfrm>
          <a:custGeom>
            <a:avLst/>
            <a:gdLst/>
            <a:ahLst/>
            <a:cxnLst/>
            <a:rect l="l" t="t" r="r" b="b"/>
            <a:pathLst>
              <a:path w="5859" h="9133" extrusionOk="0">
                <a:moveTo>
                  <a:pt x="1286" y="1"/>
                </a:moveTo>
                <a:lnTo>
                  <a:pt x="0" y="1287"/>
                </a:lnTo>
                <a:lnTo>
                  <a:pt x="3287" y="4573"/>
                </a:lnTo>
                <a:lnTo>
                  <a:pt x="0" y="7847"/>
                </a:lnTo>
                <a:lnTo>
                  <a:pt x="1286" y="9133"/>
                </a:lnTo>
                <a:lnTo>
                  <a:pt x="5858" y="4573"/>
                </a:lnTo>
                <a:lnTo>
                  <a:pt x="12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4508031" y="1516154"/>
            <a:ext cx="127236" cy="357955"/>
          </a:xfrm>
          <a:custGeom>
            <a:avLst/>
            <a:gdLst/>
            <a:ahLst/>
            <a:cxnLst/>
            <a:rect l="l" t="t" r="r" b="b"/>
            <a:pathLst>
              <a:path w="3894" h="10955" extrusionOk="0">
                <a:moveTo>
                  <a:pt x="2108" y="1"/>
                </a:moveTo>
                <a:lnTo>
                  <a:pt x="1" y="10597"/>
                </a:lnTo>
                <a:lnTo>
                  <a:pt x="1786" y="10955"/>
                </a:lnTo>
                <a:lnTo>
                  <a:pt x="3894" y="358"/>
                </a:lnTo>
                <a:lnTo>
                  <a:pt x="21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"/>
          <p:cNvSpPr/>
          <p:nvPr/>
        </p:nvSpPr>
        <p:spPr>
          <a:xfrm flipH="1">
            <a:off x="1647812" y="3858250"/>
            <a:ext cx="1766688" cy="355322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"/>
          <p:cNvSpPr/>
          <p:nvPr/>
        </p:nvSpPr>
        <p:spPr>
          <a:xfrm flipH="1">
            <a:off x="6667517" y="3268775"/>
            <a:ext cx="1246883" cy="355450"/>
          </a:xfrm>
          <a:custGeom>
            <a:avLst/>
            <a:gdLst/>
            <a:ahLst/>
            <a:cxnLst/>
            <a:rect l="l" t="t" r="r" b="b"/>
            <a:pathLst>
              <a:path w="18027" h="2764" extrusionOk="0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"/>
          <p:cNvSpPr/>
          <p:nvPr/>
        </p:nvSpPr>
        <p:spPr>
          <a:xfrm flipH="1">
            <a:off x="5729417" y="912525"/>
            <a:ext cx="985703" cy="355301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sz="1600" b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CUSTOM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CUSTOM_5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body" idx="1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23850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115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0" y="2156637"/>
            <a:ext cx="2107897" cy="128764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2107970" y="2156637"/>
            <a:ext cx="1115538" cy="128764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430892" y="2369856"/>
            <a:ext cx="1645026" cy="128764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1597826" y="2369856"/>
            <a:ext cx="478141" cy="128764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2665754" y="2369856"/>
            <a:ext cx="557777" cy="128764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0" y="3222713"/>
            <a:ext cx="1472750" cy="128392"/>
          </a:xfrm>
          <a:custGeom>
            <a:avLst/>
            <a:gdLst/>
            <a:ahLst/>
            <a:cxnLst/>
            <a:rect l="l" t="t" r="r" b="b"/>
            <a:pathLst>
              <a:path w="94909" h="8274" extrusionOk="0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2202118" y="2369856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2406772" y="2369856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2061089" y="2796292"/>
            <a:ext cx="128764" cy="128749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1856436" y="2796292"/>
            <a:ext cx="128376" cy="128749"/>
          </a:xfrm>
          <a:custGeom>
            <a:avLst/>
            <a:gdLst/>
            <a:ahLst/>
            <a:cxnLst/>
            <a:rect l="l" t="t" r="r" b="b"/>
            <a:pathLst>
              <a:path w="8273" h="8297" extrusionOk="0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641505" y="2796292"/>
            <a:ext cx="128764" cy="128749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3094800" y="2583074"/>
            <a:ext cx="128749" cy="12876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191634" y="2369856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1339573" y="3009138"/>
            <a:ext cx="1644653" cy="128749"/>
          </a:xfrm>
          <a:custGeom>
            <a:avLst/>
            <a:gdLst/>
            <a:ahLst/>
            <a:cxnLst/>
            <a:rect l="l" t="t" r="r" b="b"/>
            <a:pathLst>
              <a:path w="105987" h="8297" extrusionOk="0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1339573" y="3009138"/>
            <a:ext cx="478156" cy="128749"/>
          </a:xfrm>
          <a:custGeom>
            <a:avLst/>
            <a:gdLst/>
            <a:ahLst/>
            <a:cxnLst/>
            <a:rect l="l" t="t" r="r" b="b"/>
            <a:pathLst>
              <a:path w="30814" h="8297" extrusionOk="0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0" y="3009510"/>
            <a:ext cx="749775" cy="128376"/>
          </a:xfrm>
          <a:custGeom>
            <a:avLst/>
            <a:gdLst/>
            <a:ahLst/>
            <a:cxnLst/>
            <a:rect l="l" t="t" r="r" b="b"/>
            <a:pathLst>
              <a:path w="48318" h="8273" extrusionOk="0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1084687" y="3009138"/>
            <a:ext cx="128764" cy="128749"/>
          </a:xfrm>
          <a:custGeom>
            <a:avLst/>
            <a:gdLst/>
            <a:ahLst/>
            <a:cxnLst/>
            <a:rect l="l" t="t" r="r" b="b"/>
            <a:pathLst>
              <a:path w="8298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879662" y="3009138"/>
            <a:ext cx="128749" cy="128749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533979" y="3435558"/>
            <a:ext cx="128749" cy="12876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338622" y="3435558"/>
            <a:ext cx="128749" cy="12876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142891" y="3435558"/>
            <a:ext cx="128764" cy="12876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3094800" y="3009138"/>
            <a:ext cx="128749" cy="128749"/>
          </a:xfrm>
          <a:custGeom>
            <a:avLst/>
            <a:gdLst/>
            <a:ahLst/>
            <a:cxnLst/>
            <a:rect l="l" t="t" r="r" b="b"/>
            <a:pathLst>
              <a:path w="8297" h="8297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1676332" y="2583074"/>
            <a:ext cx="1314984" cy="128764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2267232" y="2796292"/>
            <a:ext cx="956281" cy="128749"/>
          </a:xfrm>
          <a:custGeom>
            <a:avLst/>
            <a:gdLst/>
            <a:ahLst/>
            <a:cxnLst/>
            <a:rect l="l" t="t" r="r" b="b"/>
            <a:pathLst>
              <a:path w="61626" h="8297" extrusionOk="0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641505" y="2796292"/>
            <a:ext cx="896384" cy="128749"/>
          </a:xfrm>
          <a:custGeom>
            <a:avLst/>
            <a:gdLst/>
            <a:ahLst/>
            <a:cxnLst/>
            <a:rect l="l" t="t" r="r" b="b"/>
            <a:pathLst>
              <a:path w="57766" h="8297" extrusionOk="0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0" y="2796292"/>
            <a:ext cx="449495" cy="128749"/>
          </a:xfrm>
          <a:custGeom>
            <a:avLst/>
            <a:gdLst/>
            <a:ahLst/>
            <a:cxnLst/>
            <a:rect l="l" t="t" r="r" b="b"/>
            <a:pathLst>
              <a:path w="28967" h="8297" extrusionOk="0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1676332" y="3222340"/>
            <a:ext cx="1547157" cy="128764"/>
          </a:xfrm>
          <a:custGeom>
            <a:avLst/>
            <a:gdLst/>
            <a:ahLst/>
            <a:cxnLst/>
            <a:rect l="l" t="t" r="r" b="b"/>
            <a:pathLst>
              <a:path w="99704" h="8298" extrusionOk="0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2522506" y="3435558"/>
            <a:ext cx="701019" cy="128764"/>
          </a:xfrm>
          <a:custGeom>
            <a:avLst/>
            <a:gdLst/>
            <a:ahLst/>
            <a:cxnLst/>
            <a:rect l="l" t="t" r="r" b="b"/>
            <a:pathLst>
              <a:path w="45176" h="8298" extrusionOk="0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0" y="2583074"/>
            <a:ext cx="1277773" cy="128764"/>
          </a:xfrm>
          <a:custGeom>
            <a:avLst/>
            <a:gdLst/>
            <a:ahLst/>
            <a:cxnLst/>
            <a:rect l="l" t="t" r="r" b="b"/>
            <a:pathLst>
              <a:path w="82344" h="8298" extrusionOk="0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812313" y="3435558"/>
            <a:ext cx="1562783" cy="128764"/>
          </a:xfrm>
          <a:custGeom>
            <a:avLst/>
            <a:gdLst/>
            <a:ahLst/>
            <a:cxnLst/>
            <a:rect l="l" t="t" r="r" b="b"/>
            <a:pathLst>
              <a:path w="100711" h="8298" extrusionOk="0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3223538" y="1474200"/>
            <a:ext cx="1086520" cy="2772465"/>
          </a:xfrm>
          <a:custGeom>
            <a:avLst/>
            <a:gdLst/>
            <a:ahLst/>
            <a:cxnLst/>
            <a:rect l="l" t="t" r="r" b="b"/>
            <a:pathLst>
              <a:path w="70019" h="178667" extrusionOk="0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USTOM_10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>
            <a:spLocks noGrp="1"/>
          </p:cNvSpPr>
          <p:nvPr>
            <p:ph type="subTitle" idx="1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1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>
            <a:spLocks noGrp="1"/>
          </p:cNvSpPr>
          <p:nvPr>
            <p:ph type="subTitle" idx="1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0" name="Google Shape;290;p22"/>
          <p:cNvSpPr txBox="1">
            <a:spLocks noGrp="1"/>
          </p:cNvSpPr>
          <p:nvPr>
            <p:ph type="subTitle" idx="2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2"/>
          <p:cNvSpPr txBox="1">
            <a:spLocks noGrp="1"/>
          </p:cNvSpPr>
          <p:nvPr>
            <p:ph type="title" idx="3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subTitle" idx="4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title" idx="5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ubTitle" idx="6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2"/>
          <p:cNvSpPr txBox="1">
            <a:spLocks noGrp="1"/>
          </p:cNvSpPr>
          <p:nvPr>
            <p:ph type="title" idx="7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subTitle" idx="8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2"/>
          <p:cNvSpPr txBox="1">
            <a:spLocks noGrp="1"/>
          </p:cNvSpPr>
          <p:nvPr>
            <p:ph type="title" idx="9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subTitle" idx="13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2"/>
          <p:cNvSpPr txBox="1">
            <a:spLocks noGrp="1"/>
          </p:cNvSpPr>
          <p:nvPr>
            <p:ph type="title" idx="14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>
            <a:endParaRPr/>
          </a:p>
        </p:txBody>
      </p:sp>
      <p:sp>
        <p:nvSpPr>
          <p:cNvPr id="300" name="Google Shape;300;p22"/>
          <p:cNvSpPr txBox="1">
            <a:spLocks noGrp="1"/>
          </p:cNvSpPr>
          <p:nvPr>
            <p:ph type="title" idx="1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-40" y="1952289"/>
            <a:ext cx="7790203" cy="131872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2"/>
          <p:cNvSpPr/>
          <p:nvPr/>
        </p:nvSpPr>
        <p:spPr>
          <a:xfrm flipH="1">
            <a:off x="933395" y="3495600"/>
            <a:ext cx="8210589" cy="131851"/>
          </a:xfrm>
          <a:custGeom>
            <a:avLst/>
            <a:gdLst/>
            <a:ahLst/>
            <a:cxnLst/>
            <a:rect l="l" t="t" r="r" b="b"/>
            <a:pathLst>
              <a:path w="42303" h="4121" extrusionOk="0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9" r:id="rId5"/>
    <p:sldLayoutId id="2147483660" r:id="rId6"/>
    <p:sldLayoutId id="2147483665" r:id="rId7"/>
    <p:sldLayoutId id="2147483667" r:id="rId8"/>
    <p:sldLayoutId id="214748366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r>
              <a:rPr lang="fr-FR" sz="4800" dirty="0"/>
              <a:t>SAE</a:t>
            </a:r>
            <a:r>
              <a:rPr lang="fr-FR" sz="4800" b="1" dirty="0"/>
              <a:t>3.01 Développement d'applications</a:t>
            </a:r>
            <a:br>
              <a:rPr lang="fr-FR" sz="4800" b="1" dirty="0"/>
            </a:br>
            <a:endParaRPr sz="4800" dirty="0"/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dk2"/>
                </a:solidFill>
              </a:rPr>
              <a:t>Présenté</a:t>
            </a:r>
            <a:r>
              <a:rPr lang="en" dirty="0">
                <a:solidFill>
                  <a:schemeClr val="dk2"/>
                </a:solidFill>
              </a:rPr>
              <a:t> par : EYER NATHAN / TERRIER PACÔME / CARRETTE ROBIN / ROSENKRANZ JOEY / SALVO LUKA</a:t>
            </a:r>
            <a:endParaRPr sz="2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FONCTIONNALITÉS CHOISIES</a:t>
            </a:r>
            <a:endParaRPr dirty="0"/>
          </a:p>
        </p:txBody>
      </p:sp>
      <p:sp>
        <p:nvSpPr>
          <p:cNvPr id="341" name="Google Shape;341;p28"/>
          <p:cNvSpPr txBox="1">
            <a:spLocks noGrp="1"/>
          </p:cNvSpPr>
          <p:nvPr>
            <p:ph type="subTitle" idx="1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Pour ce projet nous avons décidés d’impl</a:t>
            </a:r>
            <a:r>
              <a:rPr lang="fr-FR" sz="1300" dirty="0"/>
              <a:t>é</a:t>
            </a:r>
            <a:r>
              <a:rPr lang="en" sz="1300" dirty="0"/>
              <a:t>menter certaines fonctionnalités qui nous semblaient utiles.</a:t>
            </a:r>
            <a:br>
              <a:rPr lang="en" sz="1300" dirty="0"/>
            </a:br>
            <a:br>
              <a:rPr lang="en" sz="1300" dirty="0"/>
            </a:br>
            <a:r>
              <a:rPr lang="en" sz="1300" dirty="0">
                <a:sym typeface="Wingdings" pitchFamily="2" charset="2"/>
              </a:rPr>
              <a:t> Gestion du Drag And Drop depuis l’explorateur de fichiers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" sz="1300" dirty="0">
                <a:sym typeface="Wingdings" pitchFamily="2" charset="2"/>
              </a:rPr>
              <a:t> </a:t>
            </a:r>
            <a:r>
              <a:rPr lang="en" sz="1300" dirty="0" err="1">
                <a:sym typeface="Wingdings" pitchFamily="2" charset="2"/>
              </a:rPr>
              <a:t>Analyse</a:t>
            </a:r>
            <a:r>
              <a:rPr lang="en" sz="1300" dirty="0">
                <a:sym typeface="Wingdings" pitchFamily="2" charset="2"/>
              </a:rPr>
              <a:t> des </a:t>
            </a:r>
            <a:r>
              <a:rPr lang="en" sz="1300" dirty="0" err="1">
                <a:sym typeface="Wingdings" pitchFamily="2" charset="2"/>
              </a:rPr>
              <a:t>fichiers</a:t>
            </a:r>
            <a:r>
              <a:rPr lang="en" sz="1300" dirty="0">
                <a:sym typeface="Wingdings" pitchFamily="2" charset="2"/>
              </a:rPr>
              <a:t> à </a:t>
            </a:r>
            <a:r>
              <a:rPr lang="en" sz="1300" dirty="0" err="1">
                <a:sym typeface="Wingdings" pitchFamily="2" charset="2"/>
              </a:rPr>
              <a:t>l’aide</a:t>
            </a:r>
            <a:r>
              <a:rPr lang="en" sz="1300" dirty="0">
                <a:sym typeface="Wingdings" pitchFamily="2" charset="2"/>
              </a:rPr>
              <a:t> de </a:t>
            </a:r>
            <a:r>
              <a:rPr lang="en" sz="1300" dirty="0" err="1">
                <a:sym typeface="Wingdings" pitchFamily="2" charset="2"/>
              </a:rPr>
              <a:t>l’introspection</a:t>
            </a:r>
            <a:r>
              <a:rPr lang="en" sz="1300" dirty="0">
                <a:sym typeface="Wingdings" pitchFamily="2" charset="2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" sz="1300" dirty="0">
                <a:sym typeface="Wingdings" pitchFamily="2" charset="2"/>
              </a:rPr>
              <a:t> Exportation </a:t>
            </a:r>
            <a:r>
              <a:rPr lang="en" sz="1300" dirty="0" err="1">
                <a:sym typeface="Wingdings" pitchFamily="2" charset="2"/>
              </a:rPr>
              <a:t>en</a:t>
            </a:r>
            <a:r>
              <a:rPr lang="en" sz="1300" dirty="0">
                <a:sym typeface="Wingdings" pitchFamily="2" charset="2"/>
              </a:rPr>
              <a:t> PNG / UML / </a:t>
            </a:r>
            <a:r>
              <a:rPr lang="en" sz="1300" dirty="0" err="1">
                <a:sym typeface="Wingdings" pitchFamily="2" charset="2"/>
              </a:rPr>
              <a:t>Squelette</a:t>
            </a:r>
            <a:r>
              <a:rPr lang="en" sz="1300" dirty="0">
                <a:sym typeface="Wingdings" pitchFamily="2" charset="2"/>
              </a:rPr>
              <a:t> JAVA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" sz="1300" dirty="0">
                <a:sym typeface="Wingdings" pitchFamily="2" charset="2"/>
              </a:rPr>
              <a:t> Création de </a:t>
            </a:r>
            <a:r>
              <a:rPr lang="fr-FR" sz="1300" dirty="0">
                <a:sym typeface="Wingdings" pitchFamily="2" charset="2"/>
              </a:rPr>
              <a:t>n</a:t>
            </a:r>
            <a:r>
              <a:rPr lang="en" sz="1300" dirty="0">
                <a:sym typeface="Wingdings" pitchFamily="2" charset="2"/>
              </a:rPr>
              <a:t>ouvelles classes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" sz="1300" dirty="0">
                <a:sym typeface="Wingdings" pitchFamily="2" charset="2"/>
              </a:rPr>
              <a:t> Modifications de classes déjà </a:t>
            </a:r>
            <a:r>
              <a:rPr lang="en" sz="1300" dirty="0" err="1">
                <a:sym typeface="Wingdings" pitchFamily="2" charset="2"/>
              </a:rPr>
              <a:t>existantes</a:t>
            </a:r>
            <a:endParaRPr lang="en" sz="1300" dirty="0"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" sz="1300" dirty="0">
                <a:sym typeface="Wingdings" pitchFamily="2" charset="2"/>
              </a:rPr>
              <a:t> Manipulation des </a:t>
            </a:r>
            <a:r>
              <a:rPr lang="en" sz="1300" dirty="0" err="1">
                <a:sym typeface="Wingdings" pitchFamily="2" charset="2"/>
              </a:rPr>
              <a:t>diagrammes</a:t>
            </a:r>
            <a:r>
              <a:rPr lang="en" sz="1300" dirty="0">
                <a:sym typeface="Wingdings" pitchFamily="2" charset="2"/>
              </a:rPr>
              <a:t> : Masquer les </a:t>
            </a:r>
            <a:r>
              <a:rPr lang="en" sz="1300" dirty="0" err="1">
                <a:sym typeface="Wingdings" pitchFamily="2" charset="2"/>
              </a:rPr>
              <a:t>Attributs</a:t>
            </a:r>
            <a:r>
              <a:rPr lang="en" sz="1300" dirty="0">
                <a:sym typeface="Wingdings" pitchFamily="2" charset="2"/>
              </a:rPr>
              <a:t>/</a:t>
            </a:r>
            <a:r>
              <a:rPr lang="en" sz="1300" dirty="0" err="1">
                <a:sym typeface="Wingdings" pitchFamily="2" charset="2"/>
              </a:rPr>
              <a:t>Méthodes</a:t>
            </a:r>
            <a:r>
              <a:rPr lang="en" sz="1300" dirty="0">
                <a:sym typeface="Wingdings" pitchFamily="2" charset="2"/>
              </a:rPr>
              <a:t> 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" sz="1300" dirty="0">
                <a:sym typeface="Wingdings" pitchFamily="2" charset="2"/>
              </a:rPr>
              <a:t> </a:t>
            </a:r>
            <a:r>
              <a:rPr lang="en" sz="1300" dirty="0" err="1">
                <a:sym typeface="Wingdings" pitchFamily="2" charset="2"/>
              </a:rPr>
              <a:t>Implémentation</a:t>
            </a:r>
            <a:r>
              <a:rPr lang="en" sz="1300" dirty="0">
                <a:sym typeface="Wingdings" pitchFamily="2" charset="2"/>
              </a:rPr>
              <a:t> de la </a:t>
            </a:r>
            <a:r>
              <a:rPr lang="en" sz="1300" dirty="0" err="1">
                <a:sym typeface="Wingdings" pitchFamily="2" charset="2"/>
              </a:rPr>
              <a:t>fonctionnalité</a:t>
            </a:r>
            <a:r>
              <a:rPr lang="en" sz="1300" dirty="0">
                <a:sym typeface="Wingdings" pitchFamily="2" charset="2"/>
              </a:rPr>
              <a:t> du </a:t>
            </a:r>
            <a:r>
              <a:rPr lang="en" sz="1300" dirty="0" err="1">
                <a:sym typeface="Wingdings" pitchFamily="2" charset="2"/>
              </a:rPr>
              <a:t>clic</a:t>
            </a:r>
            <a:r>
              <a:rPr lang="en" sz="1300" dirty="0">
                <a:sym typeface="Wingdings" pitchFamily="2" charset="2"/>
              </a:rPr>
              <a:t> droit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3"/>
          <p:cNvSpPr txBox="1">
            <a:spLocks noGrp="1"/>
          </p:cNvSpPr>
          <p:nvPr>
            <p:ph type="title" idx="1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ITÉRATIONS</a:t>
            </a:r>
            <a:endParaRPr dirty="0"/>
          </a:p>
        </p:txBody>
      </p:sp>
      <p:sp>
        <p:nvSpPr>
          <p:cNvPr id="661" name="Google Shape;661;p43"/>
          <p:cNvSpPr txBox="1">
            <a:spLocks noGrp="1"/>
          </p:cNvSpPr>
          <p:nvPr>
            <p:ph type="subTitle" idx="1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Gestion de l’importation et de l’exportation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2" name="Google Shape;662;p43"/>
          <p:cNvSpPr txBox="1">
            <a:spLocks noGrp="1"/>
          </p:cNvSpPr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/>
              <a:t>ITÉRATION 03</a:t>
            </a:r>
            <a:endParaRPr sz="1800" dirty="0"/>
          </a:p>
        </p:txBody>
      </p:sp>
      <p:sp>
        <p:nvSpPr>
          <p:cNvPr id="663" name="Google Shape;663;p43"/>
          <p:cNvSpPr txBox="1">
            <a:spLocks noGrp="1"/>
          </p:cNvSpPr>
          <p:nvPr>
            <p:ph type="subTitle" idx="2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Squelette des classes en Java</a:t>
            </a:r>
            <a:endParaRPr dirty="0"/>
          </a:p>
        </p:txBody>
      </p:sp>
      <p:sp>
        <p:nvSpPr>
          <p:cNvPr id="664" name="Google Shape;664;p43"/>
          <p:cNvSpPr txBox="1">
            <a:spLocks noGrp="1"/>
          </p:cNvSpPr>
          <p:nvPr>
            <p:ph type="title" idx="3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ITÉRATION 01</a:t>
            </a:r>
            <a:endParaRPr sz="1800" dirty="0"/>
          </a:p>
        </p:txBody>
      </p:sp>
      <p:sp>
        <p:nvSpPr>
          <p:cNvPr id="665" name="Google Shape;665;p43"/>
          <p:cNvSpPr txBox="1">
            <a:spLocks noGrp="1"/>
          </p:cNvSpPr>
          <p:nvPr>
            <p:ph type="subTitle" idx="4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cs typeface="Al Bayan Plain" pitchFamily="2" charset="-78"/>
              </a:rPr>
              <a:t>Mise en place des patrons</a:t>
            </a:r>
            <a:endParaRPr dirty="0">
              <a:cs typeface="Al Bayan Plain" pitchFamily="2" charset="-7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6" name="Google Shape;666;p43"/>
          <p:cNvSpPr txBox="1">
            <a:spLocks noGrp="1"/>
          </p:cNvSpPr>
          <p:nvPr>
            <p:ph type="title" idx="5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/>
              <a:t>ITÉRATION O2</a:t>
            </a:r>
            <a:endParaRPr sz="1800" dirty="0"/>
          </a:p>
        </p:txBody>
      </p:sp>
      <p:sp>
        <p:nvSpPr>
          <p:cNvPr id="667" name="Google Shape;667;p43"/>
          <p:cNvSpPr txBox="1">
            <a:spLocks noGrp="1"/>
          </p:cNvSpPr>
          <p:nvPr>
            <p:ph type="subTitle" idx="6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Finalisation et </a:t>
            </a:r>
            <a:r>
              <a:rPr lang="fr-FR" dirty="0" err="1"/>
              <a:t>Debuggage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8" name="Google Shape;668;p43"/>
          <p:cNvSpPr txBox="1">
            <a:spLocks noGrp="1"/>
          </p:cNvSpPr>
          <p:nvPr>
            <p:ph type="title" idx="7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/>
              <a:t>ITÉRATION 06</a:t>
            </a:r>
            <a:endParaRPr sz="1800" dirty="0"/>
          </a:p>
        </p:txBody>
      </p:sp>
      <p:sp>
        <p:nvSpPr>
          <p:cNvPr id="669" name="Google Shape;669;p43"/>
          <p:cNvSpPr txBox="1">
            <a:spLocks noGrp="1"/>
          </p:cNvSpPr>
          <p:nvPr>
            <p:ph type="subTitle" idx="8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Mouvement des classes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0" name="Google Shape;670;p43"/>
          <p:cNvSpPr txBox="1">
            <a:spLocks noGrp="1"/>
          </p:cNvSpPr>
          <p:nvPr>
            <p:ph type="title" idx="9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/>
              <a:t>ITÉRATION 04</a:t>
            </a:r>
            <a:endParaRPr sz="1800" dirty="0"/>
          </a:p>
        </p:txBody>
      </p:sp>
      <p:sp>
        <p:nvSpPr>
          <p:cNvPr id="671" name="Google Shape;671;p43"/>
          <p:cNvSpPr txBox="1">
            <a:spLocks noGrp="1"/>
          </p:cNvSpPr>
          <p:nvPr>
            <p:ph type="subTitle" idx="13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Modification des classes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2" name="Google Shape;672;p43"/>
          <p:cNvSpPr txBox="1">
            <a:spLocks noGrp="1"/>
          </p:cNvSpPr>
          <p:nvPr>
            <p:ph type="title" idx="14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/>
              <a:t>ITÉRATION 05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Mise en place du squelette des classes.</a:t>
            </a:r>
            <a:br>
              <a:rPr lang="fr-FR" dirty="0"/>
            </a:br>
            <a:r>
              <a:rPr lang="fr-FR" dirty="0"/>
              <a:t>Mise en place de la scène JAVAFX.</a:t>
            </a:r>
            <a:br>
              <a:rPr lang="fr-FR" dirty="0"/>
            </a:br>
            <a:r>
              <a:rPr lang="fr-FR" dirty="0"/>
              <a:t>Mise en place du patron MVC .</a:t>
            </a:r>
          </a:p>
        </p:txBody>
      </p:sp>
      <p:sp>
        <p:nvSpPr>
          <p:cNvPr id="362" name="Google Shape;362;p30"/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2"/>
                </a:solidFill>
              </a:rPr>
              <a:t>I</a:t>
            </a:r>
            <a:r>
              <a:rPr lang="fr-FR" dirty="0"/>
              <a:t>TÉ</a:t>
            </a:r>
            <a:r>
              <a:rPr lang="fr-FR" dirty="0">
                <a:solidFill>
                  <a:schemeClr val="dk2"/>
                </a:solidFill>
              </a:rPr>
              <a:t>RATION 01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7524751" y="3887550"/>
            <a:ext cx="161928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7A845ECC-BC15-DE8F-D507-F039846248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4499" y="18883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7984AB5-1258-B427-94E1-4DBA66CFA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299" y="837758"/>
            <a:ext cx="4470002" cy="36011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BA476B66-32AE-BAD1-8A10-AD6CC098C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>
            <a:extLst>
              <a:ext uri="{FF2B5EF4-FFF2-40B4-BE49-F238E27FC236}">
                <a16:creationId xmlns:a16="http://schemas.microsoft.com/office/drawing/2014/main" id="{9458AE97-91A7-370F-BF19-97909F69A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Introspection.</a:t>
            </a:r>
            <a:br>
              <a:rPr lang="fr-FR" dirty="0"/>
            </a:br>
            <a:r>
              <a:rPr lang="fr-FR" dirty="0"/>
              <a:t>Importation.</a:t>
            </a:r>
            <a:br>
              <a:rPr lang="fr-FR" dirty="0"/>
            </a:br>
            <a:r>
              <a:rPr lang="fr-FR" dirty="0"/>
              <a:t>Dessin du visuel des classes en version UML.</a:t>
            </a:r>
            <a:endParaRPr dirty="0"/>
          </a:p>
        </p:txBody>
      </p:sp>
      <p:sp>
        <p:nvSpPr>
          <p:cNvPr id="362" name="Google Shape;362;p30">
            <a:extLst>
              <a:ext uri="{FF2B5EF4-FFF2-40B4-BE49-F238E27FC236}">
                <a16:creationId xmlns:a16="http://schemas.microsoft.com/office/drawing/2014/main" id="{26319076-5CAD-A1E4-3BBE-7B4F6D1D37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2"/>
                </a:solidFill>
              </a:rPr>
              <a:t>I</a:t>
            </a:r>
            <a:r>
              <a:rPr lang="fr-FR" dirty="0"/>
              <a:t>TÉ</a:t>
            </a:r>
            <a:r>
              <a:rPr lang="fr-FR" dirty="0">
                <a:solidFill>
                  <a:schemeClr val="dk2"/>
                </a:solidFill>
              </a:rPr>
              <a:t>RATION 02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63" name="Google Shape;363;p30">
            <a:extLst>
              <a:ext uri="{FF2B5EF4-FFF2-40B4-BE49-F238E27FC236}">
                <a16:creationId xmlns:a16="http://schemas.microsoft.com/office/drawing/2014/main" id="{B6E070F9-322A-1644-8C3A-605E80385B28}"/>
              </a:ext>
            </a:extLst>
          </p:cNvPr>
          <p:cNvSpPr/>
          <p:nvPr/>
        </p:nvSpPr>
        <p:spPr>
          <a:xfrm>
            <a:off x="7524751" y="3887550"/>
            <a:ext cx="161928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9EAA424-CDC0-FE55-ACA7-BFD789C74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117" y="0"/>
            <a:ext cx="50808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65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52ECE6C9-261D-35BF-D99D-9FDC1F9D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>
            <a:extLst>
              <a:ext uri="{FF2B5EF4-FFF2-40B4-BE49-F238E27FC236}">
                <a16:creationId xmlns:a16="http://schemas.microsoft.com/office/drawing/2014/main" id="{E4141F3E-4ED0-0CEF-A9A4-51564BB1AB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Gestion du clic droit.</a:t>
            </a:r>
            <a:br>
              <a:rPr lang="fr-FR" dirty="0"/>
            </a:br>
            <a:r>
              <a:rPr lang="fr-FR" dirty="0"/>
              <a:t>Amélioration du drag and Drop.</a:t>
            </a:r>
            <a:br>
              <a:rPr lang="fr-FR" dirty="0"/>
            </a:br>
            <a:r>
              <a:rPr lang="fr-FR" dirty="0"/>
              <a:t>Création de répertoire.</a:t>
            </a:r>
            <a:br>
              <a:rPr lang="fr-FR" dirty="0"/>
            </a:br>
            <a:r>
              <a:rPr lang="fr-FR" dirty="0"/>
              <a:t>Tests Unitaires.</a:t>
            </a:r>
            <a:br>
              <a:rPr lang="fr-FR" dirty="0"/>
            </a:br>
            <a:r>
              <a:rPr lang="fr-FR" dirty="0"/>
              <a:t>Finalisation de l’exportation sous certains formats.</a:t>
            </a:r>
            <a:endParaRPr dirty="0"/>
          </a:p>
        </p:txBody>
      </p:sp>
      <p:sp>
        <p:nvSpPr>
          <p:cNvPr id="362" name="Google Shape;362;p30">
            <a:extLst>
              <a:ext uri="{FF2B5EF4-FFF2-40B4-BE49-F238E27FC236}">
                <a16:creationId xmlns:a16="http://schemas.microsoft.com/office/drawing/2014/main" id="{A3C71BDE-1FDE-C310-CD4A-6C95915D5D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2"/>
                </a:solidFill>
              </a:rPr>
              <a:t>ITÉRATION 03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63" name="Google Shape;363;p30">
            <a:extLst>
              <a:ext uri="{FF2B5EF4-FFF2-40B4-BE49-F238E27FC236}">
                <a16:creationId xmlns:a16="http://schemas.microsoft.com/office/drawing/2014/main" id="{49970733-6948-B5AA-3C44-42FE7F178EF0}"/>
              </a:ext>
            </a:extLst>
          </p:cNvPr>
          <p:cNvSpPr/>
          <p:nvPr/>
        </p:nvSpPr>
        <p:spPr>
          <a:xfrm>
            <a:off x="7524751" y="3887550"/>
            <a:ext cx="161928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7D34D6B-3C08-57B1-23D2-3A429972B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114" y="1599720"/>
            <a:ext cx="526647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19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FAD4E3B7-5E35-00E1-535D-C3F38FC4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>
            <a:extLst>
              <a:ext uri="{FF2B5EF4-FFF2-40B4-BE49-F238E27FC236}">
                <a16:creationId xmlns:a16="http://schemas.microsoft.com/office/drawing/2014/main" id="{89075B23-108E-6C47-9A39-2678B2BA7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Mouvement des classes.</a:t>
            </a:r>
            <a:br>
              <a:rPr lang="fr-FR" dirty="0"/>
            </a:br>
            <a:r>
              <a:rPr lang="fr-FR" dirty="0"/>
              <a:t>Suppressions des diagrammes.</a:t>
            </a:r>
            <a:br>
              <a:rPr lang="fr-FR" dirty="0"/>
            </a:br>
            <a:r>
              <a:rPr lang="fr-FR" dirty="0"/>
              <a:t>Affichage des éléments.</a:t>
            </a:r>
            <a:br>
              <a:rPr lang="fr-FR" dirty="0"/>
            </a:br>
            <a:r>
              <a:rPr lang="fr-FR" dirty="0"/>
              <a:t>Mouvement des flèches.</a:t>
            </a:r>
            <a:br>
              <a:rPr lang="fr-FR" dirty="0"/>
            </a:br>
            <a:r>
              <a:rPr lang="fr-FR" dirty="0"/>
              <a:t>Génération code source en Java.</a:t>
            </a:r>
            <a:br>
              <a:rPr lang="fr-FR" dirty="0"/>
            </a:br>
            <a:r>
              <a:rPr lang="fr-FR" dirty="0"/>
              <a:t>Placement aléatoire des classes.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2" name="Google Shape;362;p30">
            <a:extLst>
              <a:ext uri="{FF2B5EF4-FFF2-40B4-BE49-F238E27FC236}">
                <a16:creationId xmlns:a16="http://schemas.microsoft.com/office/drawing/2014/main" id="{A1403EB1-4BB7-8C7A-F0B1-2BB511FE4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2"/>
                </a:solidFill>
              </a:rPr>
              <a:t>I</a:t>
            </a:r>
            <a:r>
              <a:rPr lang="fr-FR" dirty="0"/>
              <a:t>T</a:t>
            </a:r>
            <a:r>
              <a:rPr lang="fr-FR" dirty="0">
                <a:solidFill>
                  <a:schemeClr val="dk2"/>
                </a:solidFill>
              </a:rPr>
              <a:t>ÉRATION 04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63" name="Google Shape;363;p30">
            <a:extLst>
              <a:ext uri="{FF2B5EF4-FFF2-40B4-BE49-F238E27FC236}">
                <a16:creationId xmlns:a16="http://schemas.microsoft.com/office/drawing/2014/main" id="{9657A016-C7E8-762F-E2F2-B9EE72703C47}"/>
              </a:ext>
            </a:extLst>
          </p:cNvPr>
          <p:cNvSpPr/>
          <p:nvPr/>
        </p:nvSpPr>
        <p:spPr>
          <a:xfrm>
            <a:off x="7524751" y="3887550"/>
            <a:ext cx="161928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F0F3A68-BF89-8284-3F54-F206018A8E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844"/>
          <a:stretch/>
        </p:blipFill>
        <p:spPr>
          <a:xfrm>
            <a:off x="4856794" y="116702"/>
            <a:ext cx="4131758" cy="239197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28DA06D-0299-620C-A643-6932A515AA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333"/>
          <a:stretch/>
        </p:blipFill>
        <p:spPr>
          <a:xfrm>
            <a:off x="4856794" y="2634821"/>
            <a:ext cx="4131758" cy="239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82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976AF860-6BA2-347F-53B7-E74772256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>
            <a:extLst>
              <a:ext uri="{FF2B5EF4-FFF2-40B4-BE49-F238E27FC236}">
                <a16:creationId xmlns:a16="http://schemas.microsoft.com/office/drawing/2014/main" id="{5D4B5C68-5D4B-C113-56A6-09FDADD27C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Modification des classes.</a:t>
            </a:r>
            <a:br>
              <a:rPr lang="fr-FR" dirty="0"/>
            </a:br>
            <a:r>
              <a:rPr lang="fr-FR" dirty="0"/>
              <a:t>Gestions de certains bugs.</a:t>
            </a:r>
            <a:br>
              <a:rPr lang="fr-FR" dirty="0"/>
            </a:br>
            <a:r>
              <a:rPr lang="fr-FR" dirty="0"/>
              <a:t>Implémentation de la modification des classes.</a:t>
            </a:r>
            <a:br>
              <a:rPr lang="fr-FR" dirty="0"/>
            </a:br>
            <a:r>
              <a:rPr lang="fr-FR" dirty="0"/>
              <a:t>Implémentation du double clic.</a:t>
            </a:r>
            <a:endParaRPr dirty="0"/>
          </a:p>
        </p:txBody>
      </p:sp>
      <p:sp>
        <p:nvSpPr>
          <p:cNvPr id="362" name="Google Shape;362;p30">
            <a:extLst>
              <a:ext uri="{FF2B5EF4-FFF2-40B4-BE49-F238E27FC236}">
                <a16:creationId xmlns:a16="http://schemas.microsoft.com/office/drawing/2014/main" id="{AAF9D595-AC68-3951-1684-4ECEC236A0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2"/>
                </a:solidFill>
              </a:rPr>
              <a:t>ITÉRATION 05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63" name="Google Shape;363;p30">
            <a:extLst>
              <a:ext uri="{FF2B5EF4-FFF2-40B4-BE49-F238E27FC236}">
                <a16:creationId xmlns:a16="http://schemas.microsoft.com/office/drawing/2014/main" id="{C880ED1A-EF0B-27F9-011D-E8F71A0AFEC8}"/>
              </a:ext>
            </a:extLst>
          </p:cNvPr>
          <p:cNvSpPr/>
          <p:nvPr/>
        </p:nvSpPr>
        <p:spPr>
          <a:xfrm>
            <a:off x="7524751" y="3887550"/>
            <a:ext cx="161928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5DA71F1-A495-2BE4-6C38-79FAB5DDA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004" y="0"/>
            <a:ext cx="427699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25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>
          <a:extLst>
            <a:ext uri="{FF2B5EF4-FFF2-40B4-BE49-F238E27FC236}">
              <a16:creationId xmlns:a16="http://schemas.microsoft.com/office/drawing/2014/main" id="{F6307ED5-3DD9-69A8-AD1D-987CDCDB4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>
            <a:extLst>
              <a:ext uri="{FF2B5EF4-FFF2-40B4-BE49-F238E27FC236}">
                <a16:creationId xmlns:a16="http://schemas.microsoft.com/office/drawing/2014/main" id="{3E768149-956E-13DA-7B24-DCE049E71F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Style de l’application.</a:t>
            </a:r>
            <a:br>
              <a:rPr lang="fr-FR" dirty="0"/>
            </a:br>
            <a:r>
              <a:rPr lang="fr-FR" dirty="0"/>
              <a:t>Finalisation des relations.</a:t>
            </a:r>
            <a:br>
              <a:rPr lang="fr-FR" dirty="0"/>
            </a:br>
            <a:r>
              <a:rPr lang="fr-FR" dirty="0" err="1"/>
              <a:t>Debuggage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Gestions des classes abstraites et </a:t>
            </a:r>
            <a:r>
              <a:rPr lang="fr-FR" dirty="0" err="1"/>
              <a:t>static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362" name="Google Shape;362;p30">
            <a:extLst>
              <a:ext uri="{FF2B5EF4-FFF2-40B4-BE49-F238E27FC236}">
                <a16:creationId xmlns:a16="http://schemas.microsoft.com/office/drawing/2014/main" id="{CD149080-1F67-2F20-4A0F-44E7EC174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2"/>
                </a:solidFill>
              </a:rPr>
              <a:t>ITÉRATION 06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63" name="Google Shape;363;p30">
            <a:extLst>
              <a:ext uri="{FF2B5EF4-FFF2-40B4-BE49-F238E27FC236}">
                <a16:creationId xmlns:a16="http://schemas.microsoft.com/office/drawing/2014/main" id="{E1BAD8C6-F329-48F7-EE8F-3C2C29D1CFC9}"/>
              </a:ext>
            </a:extLst>
          </p:cNvPr>
          <p:cNvSpPr/>
          <p:nvPr/>
        </p:nvSpPr>
        <p:spPr>
          <a:xfrm>
            <a:off x="7524751" y="3887550"/>
            <a:ext cx="161928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D47DC7-CE0A-50CF-8B7A-28ADA83D9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463" y="1168325"/>
            <a:ext cx="5220218" cy="316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264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8"/>
          <p:cNvSpPr/>
          <p:nvPr/>
        </p:nvSpPr>
        <p:spPr>
          <a:xfrm>
            <a:off x="-200" y="2542874"/>
            <a:ext cx="9144000" cy="671412"/>
          </a:xfrm>
          <a:custGeom>
            <a:avLst/>
            <a:gdLst/>
            <a:ahLst/>
            <a:cxnLst/>
            <a:rect l="l" t="t" r="r" b="b"/>
            <a:pathLst>
              <a:path w="285750" h="20980" extrusionOk="0">
                <a:moveTo>
                  <a:pt x="0" y="1"/>
                </a:moveTo>
                <a:lnTo>
                  <a:pt x="0" y="20979"/>
                </a:lnTo>
                <a:lnTo>
                  <a:pt x="285750" y="20979"/>
                </a:lnTo>
                <a:lnTo>
                  <a:pt x="28575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8"/>
          <p:cNvSpPr/>
          <p:nvPr/>
        </p:nvSpPr>
        <p:spPr>
          <a:xfrm>
            <a:off x="6334054" y="2542874"/>
            <a:ext cx="1762144" cy="671412"/>
          </a:xfrm>
          <a:custGeom>
            <a:avLst/>
            <a:gdLst/>
            <a:ahLst/>
            <a:cxnLst/>
            <a:rect l="l" t="t" r="r" b="b"/>
            <a:pathLst>
              <a:path w="55067" h="20980" extrusionOk="0">
                <a:moveTo>
                  <a:pt x="0" y="1"/>
                </a:moveTo>
                <a:lnTo>
                  <a:pt x="0" y="20979"/>
                </a:lnTo>
                <a:lnTo>
                  <a:pt x="55067" y="20979"/>
                </a:lnTo>
                <a:lnTo>
                  <a:pt x="550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8"/>
          <p:cNvSpPr/>
          <p:nvPr/>
        </p:nvSpPr>
        <p:spPr>
          <a:xfrm>
            <a:off x="4571903" y="2542874"/>
            <a:ext cx="1871872" cy="671412"/>
          </a:xfrm>
          <a:custGeom>
            <a:avLst/>
            <a:gdLst/>
            <a:ahLst/>
            <a:cxnLst/>
            <a:rect l="l" t="t" r="r" b="b"/>
            <a:pathLst>
              <a:path w="58496" h="20980" extrusionOk="0">
                <a:moveTo>
                  <a:pt x="0" y="1"/>
                </a:moveTo>
                <a:lnTo>
                  <a:pt x="0" y="20979"/>
                </a:lnTo>
                <a:lnTo>
                  <a:pt x="55066" y="20979"/>
                </a:lnTo>
                <a:lnTo>
                  <a:pt x="55066" y="16074"/>
                </a:lnTo>
                <a:lnTo>
                  <a:pt x="58495" y="16074"/>
                </a:lnTo>
                <a:lnTo>
                  <a:pt x="58495" y="4906"/>
                </a:lnTo>
                <a:lnTo>
                  <a:pt x="55066" y="4906"/>
                </a:lnTo>
                <a:lnTo>
                  <a:pt x="5506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8"/>
          <p:cNvSpPr/>
          <p:nvPr/>
        </p:nvSpPr>
        <p:spPr>
          <a:xfrm>
            <a:off x="2809719" y="2542874"/>
            <a:ext cx="1871872" cy="671412"/>
          </a:xfrm>
          <a:custGeom>
            <a:avLst/>
            <a:gdLst/>
            <a:ahLst/>
            <a:cxnLst/>
            <a:rect l="l" t="t" r="r" b="b"/>
            <a:pathLst>
              <a:path w="58496" h="20980" extrusionOk="0">
                <a:moveTo>
                  <a:pt x="1" y="1"/>
                </a:moveTo>
                <a:lnTo>
                  <a:pt x="1" y="20979"/>
                </a:lnTo>
                <a:lnTo>
                  <a:pt x="55067" y="20979"/>
                </a:lnTo>
                <a:lnTo>
                  <a:pt x="55067" y="16074"/>
                </a:lnTo>
                <a:lnTo>
                  <a:pt x="58496" y="16074"/>
                </a:lnTo>
                <a:lnTo>
                  <a:pt x="58496" y="4906"/>
                </a:lnTo>
                <a:lnTo>
                  <a:pt x="55067" y="4906"/>
                </a:lnTo>
                <a:lnTo>
                  <a:pt x="550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48"/>
          <p:cNvSpPr/>
          <p:nvPr/>
        </p:nvSpPr>
        <p:spPr>
          <a:xfrm>
            <a:off x="1047567" y="2542874"/>
            <a:ext cx="1871872" cy="671412"/>
          </a:xfrm>
          <a:custGeom>
            <a:avLst/>
            <a:gdLst/>
            <a:ahLst/>
            <a:cxnLst/>
            <a:rect l="l" t="t" r="r" b="b"/>
            <a:pathLst>
              <a:path w="58496" h="20980" extrusionOk="0">
                <a:moveTo>
                  <a:pt x="0" y="1"/>
                </a:moveTo>
                <a:lnTo>
                  <a:pt x="0" y="20979"/>
                </a:lnTo>
                <a:lnTo>
                  <a:pt x="55067" y="20979"/>
                </a:lnTo>
                <a:lnTo>
                  <a:pt x="55067" y="16074"/>
                </a:lnTo>
                <a:lnTo>
                  <a:pt x="58496" y="16074"/>
                </a:lnTo>
                <a:lnTo>
                  <a:pt x="58496" y="4906"/>
                </a:lnTo>
                <a:lnTo>
                  <a:pt x="55067" y="4906"/>
                </a:lnTo>
                <a:lnTo>
                  <a:pt x="5506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8"/>
          <p:cNvSpPr/>
          <p:nvPr/>
        </p:nvSpPr>
        <p:spPr>
          <a:xfrm>
            <a:off x="-200" y="2699869"/>
            <a:ext cx="9144000" cy="357436"/>
          </a:xfrm>
          <a:custGeom>
            <a:avLst/>
            <a:gdLst/>
            <a:ahLst/>
            <a:cxnLst/>
            <a:rect l="l" t="t" r="r" b="b"/>
            <a:pathLst>
              <a:path w="285750" h="11169" extrusionOk="0">
                <a:moveTo>
                  <a:pt x="0" y="0"/>
                </a:moveTo>
                <a:lnTo>
                  <a:pt x="0" y="11168"/>
                </a:lnTo>
                <a:lnTo>
                  <a:pt x="285750" y="11168"/>
                </a:lnTo>
                <a:lnTo>
                  <a:pt x="285750" y="0"/>
                </a:lnTo>
                <a:close/>
              </a:path>
            </a:pathLst>
          </a:custGeom>
          <a:solidFill>
            <a:srgbClr val="1B1464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8"/>
          <p:cNvSpPr txBox="1"/>
          <p:nvPr/>
        </p:nvSpPr>
        <p:spPr>
          <a:xfrm flipH="1">
            <a:off x="3971392" y="3551076"/>
            <a:ext cx="3380369" cy="66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Mouvements des flèches</a:t>
            </a:r>
            <a:endParaRPr sz="18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54" name="Google Shape;754;p48"/>
          <p:cNvSpPr txBox="1"/>
          <p:nvPr/>
        </p:nvSpPr>
        <p:spPr>
          <a:xfrm flipH="1">
            <a:off x="4399350" y="3949401"/>
            <a:ext cx="21147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55" name="Google Shape;755;p48"/>
          <p:cNvSpPr txBox="1"/>
          <p:nvPr/>
        </p:nvSpPr>
        <p:spPr>
          <a:xfrm flipH="1">
            <a:off x="2679169" y="1698491"/>
            <a:ext cx="2112300" cy="102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Lien </a:t>
            </a:r>
            <a:r>
              <a:rPr lang="en" sz="1800" b="1" dirty="0" err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d’association</a:t>
            </a:r>
            <a:endParaRPr sz="18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56" name="Google Shape;756;p48"/>
          <p:cNvSpPr txBox="1"/>
          <p:nvPr/>
        </p:nvSpPr>
        <p:spPr>
          <a:xfrm flipH="1">
            <a:off x="2637892" y="1277375"/>
            <a:ext cx="21147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57" name="Google Shape;757;p48"/>
          <p:cNvSpPr txBox="1"/>
          <p:nvPr/>
        </p:nvSpPr>
        <p:spPr>
          <a:xfrm flipH="1">
            <a:off x="689865" y="3556161"/>
            <a:ext cx="247802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Drag And Drop</a:t>
            </a:r>
            <a:endParaRPr sz="18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58" name="Google Shape;758;p48"/>
          <p:cNvSpPr txBox="1"/>
          <p:nvPr/>
        </p:nvSpPr>
        <p:spPr>
          <a:xfrm flipH="1">
            <a:off x="873375" y="3949401"/>
            <a:ext cx="21147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59" name="Google Shape;759;p48"/>
          <p:cNvSpPr txBox="1"/>
          <p:nvPr/>
        </p:nvSpPr>
        <p:spPr>
          <a:xfrm flipH="1">
            <a:off x="5962413" y="1688853"/>
            <a:ext cx="2505419" cy="59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 Modification classe</a:t>
            </a:r>
            <a:endParaRPr sz="18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0" name="Google Shape;760;p48"/>
          <p:cNvSpPr txBox="1"/>
          <p:nvPr/>
        </p:nvSpPr>
        <p:spPr>
          <a:xfrm flipH="1">
            <a:off x="6133398" y="1161143"/>
            <a:ext cx="21147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61" name="Google Shape;761;p48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Problèmes rencontrés</a:t>
            </a:r>
            <a:endParaRPr dirty="0"/>
          </a:p>
        </p:txBody>
      </p:sp>
      <p:sp>
        <p:nvSpPr>
          <p:cNvPr id="762" name="Google Shape;762;p48"/>
          <p:cNvSpPr txBox="1"/>
          <p:nvPr/>
        </p:nvSpPr>
        <p:spPr>
          <a:xfrm flipH="1">
            <a:off x="1148796" y="2547690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err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Itération</a:t>
            </a:r>
            <a:r>
              <a:rPr lang="en" sz="16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 02 / 03</a:t>
            </a:r>
            <a:endParaRPr sz="16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3" name="Google Shape;763;p48"/>
          <p:cNvSpPr txBox="1"/>
          <p:nvPr/>
        </p:nvSpPr>
        <p:spPr>
          <a:xfrm flipH="1">
            <a:off x="2914942" y="2583283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Itération</a:t>
            </a:r>
            <a:r>
              <a:rPr lang="en" sz="1600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 </a:t>
            </a:r>
            <a:br>
              <a:rPr lang="en" sz="1600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</a:br>
            <a:r>
              <a:rPr lang="en" sz="1600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04</a:t>
            </a:r>
            <a:endParaRPr sz="1600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4" name="Google Shape;764;p48"/>
          <p:cNvSpPr txBox="1"/>
          <p:nvPr/>
        </p:nvSpPr>
        <p:spPr>
          <a:xfrm flipH="1">
            <a:off x="4695701" y="2581906"/>
            <a:ext cx="15606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dirty="0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rPr>
              <a:t>Itération 05</a:t>
            </a:r>
            <a:endParaRPr sz="1600" b="1" dirty="0">
              <a:solidFill>
                <a:schemeClr val="lt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765" name="Google Shape;765;p48"/>
          <p:cNvSpPr txBox="1"/>
          <p:nvPr/>
        </p:nvSpPr>
        <p:spPr>
          <a:xfrm flipH="1">
            <a:off x="6410448" y="2631122"/>
            <a:ext cx="1560600" cy="54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Iération</a:t>
            </a:r>
            <a:r>
              <a:rPr lang="fr-FR" sz="1600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 06</a:t>
            </a:r>
            <a:endParaRPr sz="1600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cxnSp>
        <p:nvCxnSpPr>
          <p:cNvPr id="766" name="Google Shape;766;p48"/>
          <p:cNvCxnSpPr/>
          <p:nvPr/>
        </p:nvCxnSpPr>
        <p:spPr>
          <a:xfrm>
            <a:off x="3684900" y="232577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7" name="Google Shape;767;p48"/>
          <p:cNvCxnSpPr/>
          <p:nvPr/>
        </p:nvCxnSpPr>
        <p:spPr>
          <a:xfrm>
            <a:off x="7215125" y="232577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8" name="Google Shape;768;p48"/>
          <p:cNvCxnSpPr/>
          <p:nvPr/>
        </p:nvCxnSpPr>
        <p:spPr>
          <a:xfrm rot="10800000">
            <a:off x="1930733" y="319997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69" name="Google Shape;769;p48"/>
          <p:cNvCxnSpPr/>
          <p:nvPr/>
        </p:nvCxnSpPr>
        <p:spPr>
          <a:xfrm rot="10800000">
            <a:off x="5456708" y="3199975"/>
            <a:ext cx="0" cy="2289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D55E975-2534-48F5-0248-447A74562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1F1695-CE01-A74D-394E-33C7680B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925" y="1157543"/>
            <a:ext cx="3963300" cy="669000"/>
          </a:xfrm>
        </p:spPr>
        <p:txBody>
          <a:bodyPr/>
          <a:lstStyle/>
          <a:p>
            <a:r>
              <a:rPr lang="fr-FR" dirty="0"/>
              <a:t>Elément Original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20D977F-0834-17D1-B14B-FFEFCAD18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232" y="1826543"/>
            <a:ext cx="3791993" cy="297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493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7"/>
          <p:cNvSpPr txBox="1">
            <a:spLocks noGrp="1"/>
          </p:cNvSpPr>
          <p:nvPr>
            <p:ph type="title" idx="6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CE QUE PROPOSE NOTRE APPLICATION</a:t>
            </a:r>
            <a:endParaRPr dirty="0"/>
          </a:p>
        </p:txBody>
      </p:sp>
      <p:sp>
        <p:nvSpPr>
          <p:cNvPr id="463" name="Google Shape;463;p37"/>
          <p:cNvSpPr txBox="1">
            <a:spLocks noGrp="1"/>
          </p:cNvSpPr>
          <p:nvPr>
            <p:ph type="subTitle" idx="1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/>
              <a:t>Modifier votre diagramme à votre guise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464" name="Google Shape;464;p37"/>
          <p:cNvSpPr txBox="1">
            <a:spLocks noGrp="1"/>
          </p:cNvSpPr>
          <p:nvPr>
            <p:ph type="ctrTitle" idx="2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IMPORTER</a:t>
            </a:r>
            <a:endParaRPr dirty="0"/>
          </a:p>
        </p:txBody>
      </p:sp>
      <p:sp>
        <p:nvSpPr>
          <p:cNvPr id="465" name="Google Shape;465;p37"/>
          <p:cNvSpPr txBox="1">
            <a:spLocks noGrp="1"/>
          </p:cNvSpPr>
          <p:nvPr>
            <p:ph type="subTitle" idx="3"/>
          </p:nvPr>
        </p:nvSpPr>
        <p:spPr>
          <a:xfrm flipH="1">
            <a:off x="1037000" y="1928650"/>
            <a:ext cx="2067000" cy="750116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/>
              <a:t>Importer des classes depuis votre gestionnaire de fichier</a:t>
            </a:r>
            <a:endParaRPr sz="1200" dirty="0"/>
          </a:p>
        </p:txBody>
      </p:sp>
      <p:sp>
        <p:nvSpPr>
          <p:cNvPr id="466" name="Google Shape;466;p37"/>
          <p:cNvSpPr txBox="1">
            <a:spLocks noGrp="1"/>
          </p:cNvSpPr>
          <p:nvPr>
            <p:ph type="subTitle" idx="5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Exporter les diagrammes comme vous le souhaitez</a:t>
            </a:r>
            <a:endParaRPr dirty="0"/>
          </a:p>
        </p:txBody>
      </p:sp>
      <p:grpSp>
        <p:nvGrpSpPr>
          <p:cNvPr id="467" name="Google Shape;467;p37"/>
          <p:cNvGrpSpPr/>
          <p:nvPr/>
        </p:nvGrpSpPr>
        <p:grpSpPr>
          <a:xfrm>
            <a:off x="3866296" y="2570561"/>
            <a:ext cx="1440305" cy="2572928"/>
            <a:chOff x="3851848" y="2570562"/>
            <a:chExt cx="1440305" cy="2572928"/>
          </a:xfrm>
        </p:grpSpPr>
        <p:sp>
          <p:nvSpPr>
            <p:cNvPr id="468" name="Google Shape;468;p37"/>
            <p:cNvSpPr/>
            <p:nvPr/>
          </p:nvSpPr>
          <p:spPr>
            <a:xfrm>
              <a:off x="3851848" y="4010317"/>
              <a:ext cx="1440305" cy="719800"/>
            </a:xfrm>
            <a:custGeom>
              <a:avLst/>
              <a:gdLst/>
              <a:ahLst/>
              <a:cxnLst/>
              <a:rect l="l" t="t" r="r" b="b"/>
              <a:pathLst>
                <a:path w="45006" h="22492" extrusionOk="0">
                  <a:moveTo>
                    <a:pt x="11287" y="22492"/>
                  </a:moveTo>
                  <a:lnTo>
                    <a:pt x="0" y="1"/>
                  </a:lnTo>
                  <a:lnTo>
                    <a:pt x="45006" y="1"/>
                  </a:lnTo>
                  <a:lnTo>
                    <a:pt x="33778" y="22492"/>
                  </a:lnTo>
                  <a:close/>
                </a:path>
              </a:pathLst>
            </a:cu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4213029" y="4730018"/>
              <a:ext cx="719800" cy="413472"/>
            </a:xfrm>
            <a:custGeom>
              <a:avLst/>
              <a:gdLst/>
              <a:ahLst/>
              <a:cxnLst/>
              <a:rect l="l" t="t" r="r" b="b"/>
              <a:pathLst>
                <a:path w="22492" h="12920" extrusionOk="0">
                  <a:moveTo>
                    <a:pt x="0" y="1"/>
                  </a:moveTo>
                  <a:lnTo>
                    <a:pt x="22491" y="1"/>
                  </a:lnTo>
                  <a:lnTo>
                    <a:pt x="22491" y="12919"/>
                  </a:lnTo>
                  <a:lnTo>
                    <a:pt x="0" y="1291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3851848" y="2570562"/>
              <a:ext cx="1440305" cy="1439920"/>
            </a:xfrm>
            <a:custGeom>
              <a:avLst/>
              <a:gdLst/>
              <a:ahLst/>
              <a:cxnLst/>
              <a:rect l="l" t="t" r="r" b="b"/>
              <a:pathLst>
                <a:path w="45006" h="44994" extrusionOk="0">
                  <a:moveTo>
                    <a:pt x="0" y="0"/>
                  </a:moveTo>
                  <a:lnTo>
                    <a:pt x="45006" y="0"/>
                  </a:lnTo>
                  <a:lnTo>
                    <a:pt x="45006" y="44994"/>
                  </a:lnTo>
                  <a:lnTo>
                    <a:pt x="0" y="449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71" name="Google Shape;471;p37"/>
          <p:cNvGrpSpPr/>
          <p:nvPr/>
        </p:nvGrpSpPr>
        <p:grpSpPr>
          <a:xfrm>
            <a:off x="1268863" y="2570561"/>
            <a:ext cx="1798893" cy="2572929"/>
            <a:chOff x="1349436" y="2570562"/>
            <a:chExt cx="1798893" cy="2572929"/>
          </a:xfrm>
        </p:grpSpPr>
        <p:sp>
          <p:nvSpPr>
            <p:cNvPr id="472" name="Google Shape;472;p37"/>
            <p:cNvSpPr/>
            <p:nvPr/>
          </p:nvSpPr>
          <p:spPr>
            <a:xfrm>
              <a:off x="1349436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33719" y="22492"/>
                  </a:moveTo>
                  <a:lnTo>
                    <a:pt x="1" y="1"/>
                  </a:lnTo>
                  <a:lnTo>
                    <a:pt x="44947" y="1"/>
                  </a:lnTo>
                  <a:lnTo>
                    <a:pt x="56210" y="224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1349436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33719" y="22492"/>
                  </a:moveTo>
                  <a:lnTo>
                    <a:pt x="1" y="1"/>
                  </a:lnTo>
                  <a:lnTo>
                    <a:pt x="44947" y="1"/>
                  </a:lnTo>
                  <a:lnTo>
                    <a:pt x="56210" y="22492"/>
                  </a:lnTo>
                  <a:close/>
                </a:path>
              </a:pathLst>
            </a:custGeom>
            <a:solidFill>
              <a:srgbClr val="1B146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2428436" y="4730018"/>
              <a:ext cx="719800" cy="413472"/>
            </a:xfrm>
            <a:custGeom>
              <a:avLst/>
              <a:gdLst/>
              <a:ahLst/>
              <a:cxnLst/>
              <a:rect l="l" t="t" r="r" b="b"/>
              <a:pathLst>
                <a:path w="22492" h="12920" extrusionOk="0">
                  <a:moveTo>
                    <a:pt x="0" y="1"/>
                  </a:moveTo>
                  <a:lnTo>
                    <a:pt x="0" y="12919"/>
                  </a:lnTo>
                  <a:lnTo>
                    <a:pt x="22491" y="12919"/>
                  </a:lnTo>
                  <a:lnTo>
                    <a:pt x="22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349436" y="2570562"/>
              <a:ext cx="1439952" cy="1439920"/>
            </a:xfrm>
            <a:custGeom>
              <a:avLst/>
              <a:gdLst/>
              <a:ahLst/>
              <a:cxnLst/>
              <a:rect l="l" t="t" r="r" b="b"/>
              <a:pathLst>
                <a:path w="44995" h="44994" extrusionOk="0">
                  <a:moveTo>
                    <a:pt x="1" y="0"/>
                  </a:moveTo>
                  <a:lnTo>
                    <a:pt x="44995" y="0"/>
                  </a:lnTo>
                  <a:lnTo>
                    <a:pt x="44995" y="44994"/>
                  </a:lnTo>
                  <a:lnTo>
                    <a:pt x="1" y="449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37"/>
          <p:cNvGrpSpPr/>
          <p:nvPr/>
        </p:nvGrpSpPr>
        <p:grpSpPr>
          <a:xfrm>
            <a:off x="5995705" y="2570562"/>
            <a:ext cx="1798893" cy="2572929"/>
            <a:chOff x="5995705" y="2570562"/>
            <a:chExt cx="1798893" cy="2572929"/>
          </a:xfrm>
        </p:grpSpPr>
        <p:sp>
          <p:nvSpPr>
            <p:cNvPr id="477" name="Google Shape;477;p37"/>
            <p:cNvSpPr/>
            <p:nvPr/>
          </p:nvSpPr>
          <p:spPr>
            <a:xfrm>
              <a:off x="5995705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1" y="22492"/>
                  </a:moveTo>
                  <a:lnTo>
                    <a:pt x="11216" y="1"/>
                  </a:lnTo>
                  <a:lnTo>
                    <a:pt x="56210" y="1"/>
                  </a:lnTo>
                  <a:lnTo>
                    <a:pt x="22492" y="2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5995705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1" y="22492"/>
                  </a:moveTo>
                  <a:lnTo>
                    <a:pt x="11216" y="1"/>
                  </a:lnTo>
                  <a:lnTo>
                    <a:pt x="56210" y="1"/>
                  </a:lnTo>
                  <a:lnTo>
                    <a:pt x="22492" y="22492"/>
                  </a:lnTo>
                  <a:close/>
                </a:path>
              </a:pathLst>
            </a:custGeom>
            <a:solidFill>
              <a:srgbClr val="1B146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6354614" y="2570562"/>
              <a:ext cx="1439952" cy="1439920"/>
            </a:xfrm>
            <a:custGeom>
              <a:avLst/>
              <a:gdLst/>
              <a:ahLst/>
              <a:cxnLst/>
              <a:rect l="l" t="t" r="r" b="b"/>
              <a:pathLst>
                <a:path w="44995" h="44994" extrusionOk="0">
                  <a:moveTo>
                    <a:pt x="0" y="0"/>
                  </a:moveTo>
                  <a:lnTo>
                    <a:pt x="44994" y="0"/>
                  </a:lnTo>
                  <a:lnTo>
                    <a:pt x="44994" y="44994"/>
                  </a:lnTo>
                  <a:lnTo>
                    <a:pt x="0" y="4499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5995705" y="4730018"/>
              <a:ext cx="720184" cy="413472"/>
            </a:xfrm>
            <a:custGeom>
              <a:avLst/>
              <a:gdLst/>
              <a:ahLst/>
              <a:cxnLst/>
              <a:rect l="l" t="t" r="r" b="b"/>
              <a:pathLst>
                <a:path w="22504" h="12920" extrusionOk="0">
                  <a:moveTo>
                    <a:pt x="1" y="1"/>
                  </a:moveTo>
                  <a:lnTo>
                    <a:pt x="22503" y="1"/>
                  </a:lnTo>
                  <a:lnTo>
                    <a:pt x="22503" y="12919"/>
                  </a:lnTo>
                  <a:lnTo>
                    <a:pt x="1" y="129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37"/>
          <p:cNvSpPr txBox="1">
            <a:spLocks noGrp="1"/>
          </p:cNvSpPr>
          <p:nvPr>
            <p:ph type="ctrTitle" idx="7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EXPORTER</a:t>
            </a:r>
            <a:endParaRPr dirty="0"/>
          </a:p>
        </p:txBody>
      </p:sp>
      <p:sp>
        <p:nvSpPr>
          <p:cNvPr id="482" name="Google Shape;482;p37"/>
          <p:cNvSpPr txBox="1">
            <a:spLocks noGrp="1"/>
          </p:cNvSpPr>
          <p:nvPr>
            <p:ph type="ctrTitle" idx="8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MODIFIER</a:t>
            </a:r>
            <a:endParaRPr dirty="0"/>
          </a:p>
        </p:txBody>
      </p:sp>
      <p:grpSp>
        <p:nvGrpSpPr>
          <p:cNvPr id="483" name="Google Shape;483;p37"/>
          <p:cNvGrpSpPr/>
          <p:nvPr/>
        </p:nvGrpSpPr>
        <p:grpSpPr>
          <a:xfrm>
            <a:off x="290165" y="1363492"/>
            <a:ext cx="858761" cy="774103"/>
            <a:chOff x="-2128678" y="-581024"/>
            <a:chExt cx="858761" cy="774103"/>
          </a:xfrm>
        </p:grpSpPr>
        <p:sp>
          <p:nvSpPr>
            <p:cNvPr id="484" name="Google Shape;484;p37"/>
            <p:cNvSpPr/>
            <p:nvPr/>
          </p:nvSpPr>
          <p:spPr>
            <a:xfrm>
              <a:off x="-2128678" y="-581024"/>
              <a:ext cx="555721" cy="774103"/>
            </a:xfrm>
            <a:custGeom>
              <a:avLst/>
              <a:gdLst/>
              <a:ahLst/>
              <a:cxnLst/>
              <a:rect l="l" t="t" r="r" b="b"/>
              <a:pathLst>
                <a:path w="14052" h="19574" extrusionOk="0">
                  <a:moveTo>
                    <a:pt x="7026" y="13540"/>
                  </a:moveTo>
                  <a:cubicBezTo>
                    <a:pt x="7708" y="13540"/>
                    <a:pt x="8267" y="14098"/>
                    <a:pt x="8267" y="14796"/>
                  </a:cubicBezTo>
                  <a:cubicBezTo>
                    <a:pt x="8267" y="15199"/>
                    <a:pt x="8081" y="15572"/>
                    <a:pt x="7770" y="15789"/>
                  </a:cubicBezTo>
                  <a:lnTo>
                    <a:pt x="7770" y="16657"/>
                  </a:lnTo>
                  <a:cubicBezTo>
                    <a:pt x="7770" y="17076"/>
                    <a:pt x="7429" y="17402"/>
                    <a:pt x="7026" y="17402"/>
                  </a:cubicBezTo>
                  <a:cubicBezTo>
                    <a:pt x="6607" y="17402"/>
                    <a:pt x="6266" y="17076"/>
                    <a:pt x="6266" y="16657"/>
                  </a:cubicBezTo>
                  <a:lnTo>
                    <a:pt x="6266" y="15789"/>
                  </a:lnTo>
                  <a:cubicBezTo>
                    <a:pt x="5971" y="15572"/>
                    <a:pt x="5770" y="15199"/>
                    <a:pt x="5770" y="14796"/>
                  </a:cubicBezTo>
                  <a:cubicBezTo>
                    <a:pt x="5770" y="14098"/>
                    <a:pt x="6328" y="13540"/>
                    <a:pt x="7026" y="13540"/>
                  </a:cubicBezTo>
                  <a:close/>
                  <a:moveTo>
                    <a:pt x="6468" y="0"/>
                  </a:moveTo>
                  <a:cubicBezTo>
                    <a:pt x="3800" y="0"/>
                    <a:pt x="1629" y="2187"/>
                    <a:pt x="1629" y="4855"/>
                  </a:cubicBezTo>
                  <a:lnTo>
                    <a:pt x="1629" y="7708"/>
                  </a:lnTo>
                  <a:lnTo>
                    <a:pt x="1086" y="7708"/>
                  </a:lnTo>
                  <a:cubicBezTo>
                    <a:pt x="481" y="7708"/>
                    <a:pt x="0" y="8189"/>
                    <a:pt x="0" y="8794"/>
                  </a:cubicBezTo>
                  <a:lnTo>
                    <a:pt x="0" y="18487"/>
                  </a:lnTo>
                  <a:cubicBezTo>
                    <a:pt x="0" y="19092"/>
                    <a:pt x="481" y="19573"/>
                    <a:pt x="1086" y="19573"/>
                  </a:cubicBezTo>
                  <a:lnTo>
                    <a:pt x="12951" y="19573"/>
                  </a:lnTo>
                  <a:cubicBezTo>
                    <a:pt x="13555" y="19573"/>
                    <a:pt x="14052" y="19092"/>
                    <a:pt x="14052" y="18487"/>
                  </a:cubicBezTo>
                  <a:lnTo>
                    <a:pt x="14052" y="13261"/>
                  </a:lnTo>
                  <a:lnTo>
                    <a:pt x="14052" y="11803"/>
                  </a:lnTo>
                  <a:lnTo>
                    <a:pt x="12594" y="11803"/>
                  </a:lnTo>
                  <a:lnTo>
                    <a:pt x="12594" y="10345"/>
                  </a:lnTo>
                  <a:lnTo>
                    <a:pt x="11136" y="10345"/>
                  </a:lnTo>
                  <a:lnTo>
                    <a:pt x="11136" y="8949"/>
                  </a:lnTo>
                  <a:lnTo>
                    <a:pt x="10484" y="8949"/>
                  </a:lnTo>
                  <a:lnTo>
                    <a:pt x="10484" y="7708"/>
                  </a:lnTo>
                  <a:lnTo>
                    <a:pt x="4777" y="7708"/>
                  </a:lnTo>
                  <a:lnTo>
                    <a:pt x="4777" y="4855"/>
                  </a:lnTo>
                  <a:cubicBezTo>
                    <a:pt x="4777" y="3924"/>
                    <a:pt x="5537" y="3164"/>
                    <a:pt x="6468" y="3164"/>
                  </a:cubicBezTo>
                  <a:lnTo>
                    <a:pt x="7569" y="3164"/>
                  </a:lnTo>
                  <a:cubicBezTo>
                    <a:pt x="8499" y="3164"/>
                    <a:pt x="9259" y="3924"/>
                    <a:pt x="9259" y="4855"/>
                  </a:cubicBezTo>
                  <a:lnTo>
                    <a:pt x="9259" y="5537"/>
                  </a:lnTo>
                  <a:lnTo>
                    <a:pt x="12423" y="5537"/>
                  </a:lnTo>
                  <a:lnTo>
                    <a:pt x="12423" y="4855"/>
                  </a:lnTo>
                  <a:cubicBezTo>
                    <a:pt x="12423" y="2187"/>
                    <a:pt x="10236" y="0"/>
                    <a:pt x="7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-1572978" y="-171927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1"/>
                  </a:moveTo>
                  <a:lnTo>
                    <a:pt x="1" y="1459"/>
                  </a:lnTo>
                  <a:lnTo>
                    <a:pt x="1459" y="1459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-1515316" y="-285987"/>
              <a:ext cx="114134" cy="114095"/>
            </a:xfrm>
            <a:custGeom>
              <a:avLst/>
              <a:gdLst/>
              <a:ahLst/>
              <a:cxnLst/>
              <a:rect l="l" t="t" r="r" b="b"/>
              <a:pathLst>
                <a:path w="2886" h="2885" extrusionOk="0">
                  <a:moveTo>
                    <a:pt x="1427" y="0"/>
                  </a:moveTo>
                  <a:lnTo>
                    <a:pt x="1427" y="1427"/>
                  </a:lnTo>
                  <a:lnTo>
                    <a:pt x="1" y="1427"/>
                  </a:lnTo>
                  <a:lnTo>
                    <a:pt x="1" y="2885"/>
                  </a:lnTo>
                  <a:lnTo>
                    <a:pt x="1458" y="2885"/>
                  </a:lnTo>
                  <a:lnTo>
                    <a:pt x="1458" y="1458"/>
                  </a:lnTo>
                  <a:lnTo>
                    <a:pt x="2885" y="1458"/>
                  </a:lnTo>
                  <a:lnTo>
                    <a:pt x="28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-1516542" y="-343649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8" y="1458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-1630640" y="-229550"/>
              <a:ext cx="57700" cy="57660"/>
            </a:xfrm>
            <a:custGeom>
              <a:avLst/>
              <a:gdLst/>
              <a:ahLst/>
              <a:cxnLst/>
              <a:rect l="l" t="t" r="r" b="b"/>
              <a:pathLst>
                <a:path w="1459" h="1458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-1458287" y="-171294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-1342962" y="-127118"/>
              <a:ext cx="57700" cy="58293"/>
            </a:xfrm>
            <a:custGeom>
              <a:avLst/>
              <a:gdLst/>
              <a:ahLst/>
              <a:cxnLst/>
              <a:rect l="l" t="t" r="r" b="b"/>
              <a:pathLst>
                <a:path w="1459" h="1474" extrusionOk="0">
                  <a:moveTo>
                    <a:pt x="1" y="0"/>
                  </a:moveTo>
                  <a:lnTo>
                    <a:pt x="1" y="1474"/>
                  </a:lnTo>
                  <a:lnTo>
                    <a:pt x="1459" y="1474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-1400625" y="-229550"/>
              <a:ext cx="57700" cy="57660"/>
            </a:xfrm>
            <a:custGeom>
              <a:avLst/>
              <a:gdLst/>
              <a:ahLst/>
              <a:cxnLst/>
              <a:rect l="l" t="t" r="r" b="b"/>
              <a:pathLst>
                <a:path w="1459" h="1458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-1327617" y="-302558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8" y="1458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-1384054" y="-409301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1"/>
                  </a:moveTo>
                  <a:lnTo>
                    <a:pt x="1" y="1459"/>
                  </a:lnTo>
                  <a:lnTo>
                    <a:pt x="1459" y="1459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37"/>
          <p:cNvGrpSpPr/>
          <p:nvPr/>
        </p:nvGrpSpPr>
        <p:grpSpPr>
          <a:xfrm>
            <a:off x="614625" y="538273"/>
            <a:ext cx="898027" cy="755103"/>
            <a:chOff x="-3420500" y="-562633"/>
            <a:chExt cx="898027" cy="755103"/>
          </a:xfrm>
        </p:grpSpPr>
        <p:sp>
          <p:nvSpPr>
            <p:cNvPr id="495" name="Google Shape;495;p37"/>
            <p:cNvSpPr/>
            <p:nvPr/>
          </p:nvSpPr>
          <p:spPr>
            <a:xfrm>
              <a:off x="-3251785" y="-284761"/>
              <a:ext cx="90801" cy="90801"/>
            </a:xfrm>
            <a:custGeom>
              <a:avLst/>
              <a:gdLst/>
              <a:ahLst/>
              <a:cxnLst/>
              <a:rect l="l" t="t" r="r" b="b"/>
              <a:pathLst>
                <a:path w="2296" h="2296" extrusionOk="0">
                  <a:moveTo>
                    <a:pt x="1148" y="0"/>
                  </a:moveTo>
                  <a:cubicBezTo>
                    <a:pt x="512" y="0"/>
                    <a:pt x="0" y="512"/>
                    <a:pt x="0" y="1148"/>
                  </a:cubicBezTo>
                  <a:cubicBezTo>
                    <a:pt x="0" y="1784"/>
                    <a:pt x="512" y="2296"/>
                    <a:pt x="1148" y="2296"/>
                  </a:cubicBezTo>
                  <a:cubicBezTo>
                    <a:pt x="1784" y="2296"/>
                    <a:pt x="2295" y="1784"/>
                    <a:pt x="2295" y="1148"/>
                  </a:cubicBezTo>
                  <a:cubicBezTo>
                    <a:pt x="2295" y="512"/>
                    <a:pt x="1784" y="0"/>
                    <a:pt x="1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-3119929" y="-276811"/>
              <a:ext cx="380328" cy="74863"/>
            </a:xfrm>
            <a:custGeom>
              <a:avLst/>
              <a:gdLst/>
              <a:ahLst/>
              <a:cxnLst/>
              <a:rect l="l" t="t" r="r" b="b"/>
              <a:pathLst>
                <a:path w="9617" h="1893" extrusionOk="0">
                  <a:moveTo>
                    <a:pt x="947" y="1"/>
                  </a:moveTo>
                  <a:cubicBezTo>
                    <a:pt x="419" y="1"/>
                    <a:pt x="1" y="435"/>
                    <a:pt x="1" y="947"/>
                  </a:cubicBezTo>
                  <a:cubicBezTo>
                    <a:pt x="1" y="1474"/>
                    <a:pt x="419" y="1893"/>
                    <a:pt x="947" y="1893"/>
                  </a:cubicBezTo>
                  <a:lnTo>
                    <a:pt x="8686" y="1893"/>
                  </a:lnTo>
                  <a:cubicBezTo>
                    <a:pt x="9198" y="1893"/>
                    <a:pt x="9617" y="1474"/>
                    <a:pt x="9617" y="947"/>
                  </a:cubicBezTo>
                  <a:cubicBezTo>
                    <a:pt x="9617" y="435"/>
                    <a:pt x="9198" y="1"/>
                    <a:pt x="8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-3251785" y="-135700"/>
              <a:ext cx="90801" cy="90801"/>
            </a:xfrm>
            <a:custGeom>
              <a:avLst/>
              <a:gdLst/>
              <a:ahLst/>
              <a:cxnLst/>
              <a:rect l="l" t="t" r="r" b="b"/>
              <a:pathLst>
                <a:path w="2296" h="2296" extrusionOk="0">
                  <a:moveTo>
                    <a:pt x="1148" y="0"/>
                  </a:moveTo>
                  <a:cubicBezTo>
                    <a:pt x="512" y="0"/>
                    <a:pt x="0" y="527"/>
                    <a:pt x="0" y="1148"/>
                  </a:cubicBezTo>
                  <a:cubicBezTo>
                    <a:pt x="0" y="1784"/>
                    <a:pt x="512" y="2295"/>
                    <a:pt x="1148" y="2295"/>
                  </a:cubicBezTo>
                  <a:cubicBezTo>
                    <a:pt x="1784" y="2295"/>
                    <a:pt x="2295" y="1784"/>
                    <a:pt x="2295" y="1148"/>
                  </a:cubicBezTo>
                  <a:cubicBezTo>
                    <a:pt x="2295" y="527"/>
                    <a:pt x="1784" y="0"/>
                    <a:pt x="1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-3119929" y="-127118"/>
              <a:ext cx="380328" cy="74231"/>
            </a:xfrm>
            <a:custGeom>
              <a:avLst/>
              <a:gdLst/>
              <a:ahLst/>
              <a:cxnLst/>
              <a:rect l="l" t="t" r="r" b="b"/>
              <a:pathLst>
                <a:path w="9617" h="1877" extrusionOk="0">
                  <a:moveTo>
                    <a:pt x="947" y="0"/>
                  </a:moveTo>
                  <a:cubicBezTo>
                    <a:pt x="419" y="0"/>
                    <a:pt x="1" y="419"/>
                    <a:pt x="1" y="931"/>
                  </a:cubicBezTo>
                  <a:cubicBezTo>
                    <a:pt x="1" y="1458"/>
                    <a:pt x="419" y="1877"/>
                    <a:pt x="947" y="1877"/>
                  </a:cubicBezTo>
                  <a:lnTo>
                    <a:pt x="8686" y="1877"/>
                  </a:lnTo>
                  <a:cubicBezTo>
                    <a:pt x="9198" y="1877"/>
                    <a:pt x="9617" y="1458"/>
                    <a:pt x="9617" y="931"/>
                  </a:cubicBezTo>
                  <a:cubicBezTo>
                    <a:pt x="9617" y="419"/>
                    <a:pt x="9198" y="0"/>
                    <a:pt x="8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-2754973" y="-30222"/>
              <a:ext cx="232500" cy="222692"/>
            </a:xfrm>
            <a:custGeom>
              <a:avLst/>
              <a:gdLst/>
              <a:ahLst/>
              <a:cxnLst/>
              <a:rect l="l" t="t" r="r" b="b"/>
              <a:pathLst>
                <a:path w="5879" h="5631" extrusionOk="0">
                  <a:moveTo>
                    <a:pt x="1381" y="1"/>
                  </a:moveTo>
                  <a:cubicBezTo>
                    <a:pt x="1055" y="1"/>
                    <a:pt x="730" y="125"/>
                    <a:pt x="497" y="357"/>
                  </a:cubicBezTo>
                  <a:cubicBezTo>
                    <a:pt x="1" y="854"/>
                    <a:pt x="1" y="1645"/>
                    <a:pt x="497" y="2141"/>
                  </a:cubicBezTo>
                  <a:lnTo>
                    <a:pt x="1164" y="2808"/>
                  </a:lnTo>
                  <a:lnTo>
                    <a:pt x="497" y="3475"/>
                  </a:lnTo>
                  <a:cubicBezTo>
                    <a:pt x="1" y="3971"/>
                    <a:pt x="1" y="4762"/>
                    <a:pt x="497" y="5258"/>
                  </a:cubicBezTo>
                  <a:cubicBezTo>
                    <a:pt x="730" y="5491"/>
                    <a:pt x="1055" y="5631"/>
                    <a:pt x="1381" y="5631"/>
                  </a:cubicBezTo>
                  <a:cubicBezTo>
                    <a:pt x="1722" y="5631"/>
                    <a:pt x="2033" y="5491"/>
                    <a:pt x="2281" y="5258"/>
                  </a:cubicBezTo>
                  <a:lnTo>
                    <a:pt x="2948" y="4591"/>
                  </a:lnTo>
                  <a:lnTo>
                    <a:pt x="3615" y="5258"/>
                  </a:lnTo>
                  <a:cubicBezTo>
                    <a:pt x="3847" y="5491"/>
                    <a:pt x="4157" y="5631"/>
                    <a:pt x="4499" y="5631"/>
                  </a:cubicBezTo>
                  <a:cubicBezTo>
                    <a:pt x="4840" y="5631"/>
                    <a:pt x="5150" y="5491"/>
                    <a:pt x="5383" y="5258"/>
                  </a:cubicBezTo>
                  <a:cubicBezTo>
                    <a:pt x="5879" y="4762"/>
                    <a:pt x="5879" y="3971"/>
                    <a:pt x="5383" y="3475"/>
                  </a:cubicBezTo>
                  <a:lnTo>
                    <a:pt x="4716" y="2808"/>
                  </a:lnTo>
                  <a:lnTo>
                    <a:pt x="5383" y="2141"/>
                  </a:lnTo>
                  <a:cubicBezTo>
                    <a:pt x="5879" y="1645"/>
                    <a:pt x="5879" y="854"/>
                    <a:pt x="5383" y="357"/>
                  </a:cubicBezTo>
                  <a:cubicBezTo>
                    <a:pt x="5150" y="125"/>
                    <a:pt x="4840" y="1"/>
                    <a:pt x="4499" y="1"/>
                  </a:cubicBezTo>
                  <a:cubicBezTo>
                    <a:pt x="4157" y="1"/>
                    <a:pt x="3847" y="125"/>
                    <a:pt x="3615" y="357"/>
                  </a:cubicBezTo>
                  <a:lnTo>
                    <a:pt x="2948" y="1024"/>
                  </a:lnTo>
                  <a:lnTo>
                    <a:pt x="2281" y="357"/>
                  </a:lnTo>
                  <a:cubicBezTo>
                    <a:pt x="2033" y="125"/>
                    <a:pt x="1722" y="1"/>
                    <a:pt x="1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-3420500" y="-562633"/>
              <a:ext cx="812780" cy="670449"/>
            </a:xfrm>
            <a:custGeom>
              <a:avLst/>
              <a:gdLst/>
              <a:ahLst/>
              <a:cxnLst/>
              <a:rect l="l" t="t" r="r" b="b"/>
              <a:pathLst>
                <a:path w="20552" h="16953" extrusionOk="0">
                  <a:moveTo>
                    <a:pt x="621" y="0"/>
                  </a:moveTo>
                  <a:cubicBezTo>
                    <a:pt x="280" y="0"/>
                    <a:pt x="1" y="280"/>
                    <a:pt x="1" y="636"/>
                  </a:cubicBezTo>
                  <a:lnTo>
                    <a:pt x="1" y="16316"/>
                  </a:lnTo>
                  <a:cubicBezTo>
                    <a:pt x="1" y="16658"/>
                    <a:pt x="280" y="16952"/>
                    <a:pt x="621" y="16952"/>
                  </a:cubicBezTo>
                  <a:lnTo>
                    <a:pt x="15852" y="16952"/>
                  </a:lnTo>
                  <a:cubicBezTo>
                    <a:pt x="15945" y="16704"/>
                    <a:pt x="16069" y="16487"/>
                    <a:pt x="16239" y="16270"/>
                  </a:cubicBezTo>
                  <a:cubicBezTo>
                    <a:pt x="16100" y="16099"/>
                    <a:pt x="15976" y="15898"/>
                    <a:pt x="15898" y="15696"/>
                  </a:cubicBezTo>
                  <a:lnTo>
                    <a:pt x="1257" y="15696"/>
                  </a:lnTo>
                  <a:lnTo>
                    <a:pt x="1257" y="4839"/>
                  </a:lnTo>
                  <a:lnTo>
                    <a:pt x="19295" y="4839"/>
                  </a:lnTo>
                  <a:lnTo>
                    <a:pt x="19295" y="12439"/>
                  </a:lnTo>
                  <a:cubicBezTo>
                    <a:pt x="19465" y="12532"/>
                    <a:pt x="19620" y="12625"/>
                    <a:pt x="19776" y="12734"/>
                  </a:cubicBezTo>
                  <a:cubicBezTo>
                    <a:pt x="20008" y="12548"/>
                    <a:pt x="20272" y="12408"/>
                    <a:pt x="20551" y="12315"/>
                  </a:cubicBezTo>
                  <a:lnTo>
                    <a:pt x="20551" y="636"/>
                  </a:lnTo>
                  <a:cubicBezTo>
                    <a:pt x="20551" y="280"/>
                    <a:pt x="20272" y="0"/>
                    <a:pt x="19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1" name="Google Shape;501;p37"/>
          <p:cNvSpPr/>
          <p:nvPr/>
        </p:nvSpPr>
        <p:spPr>
          <a:xfrm>
            <a:off x="6643821" y="2926246"/>
            <a:ext cx="950761" cy="728109"/>
          </a:xfrm>
          <a:custGeom>
            <a:avLst/>
            <a:gdLst/>
            <a:ahLst/>
            <a:cxnLst/>
            <a:rect l="l" t="t" r="r" b="b"/>
            <a:pathLst>
              <a:path w="24041" h="18411" extrusionOk="0">
                <a:moveTo>
                  <a:pt x="23265" y="7972"/>
                </a:moveTo>
                <a:lnTo>
                  <a:pt x="23265" y="10454"/>
                </a:lnTo>
                <a:lnTo>
                  <a:pt x="16379" y="10454"/>
                </a:lnTo>
                <a:lnTo>
                  <a:pt x="16379" y="7972"/>
                </a:lnTo>
                <a:close/>
                <a:moveTo>
                  <a:pt x="19326" y="3288"/>
                </a:moveTo>
                <a:lnTo>
                  <a:pt x="19326" y="7197"/>
                </a:lnTo>
                <a:lnTo>
                  <a:pt x="15976" y="7197"/>
                </a:lnTo>
                <a:cubicBezTo>
                  <a:pt x="15774" y="7197"/>
                  <a:pt x="15603" y="7352"/>
                  <a:pt x="15603" y="7553"/>
                </a:cubicBezTo>
                <a:lnTo>
                  <a:pt x="15603" y="10857"/>
                </a:lnTo>
                <a:cubicBezTo>
                  <a:pt x="15603" y="11059"/>
                  <a:pt x="15774" y="11229"/>
                  <a:pt x="15976" y="11229"/>
                </a:cubicBezTo>
                <a:lnTo>
                  <a:pt x="19326" y="11229"/>
                </a:lnTo>
                <a:lnTo>
                  <a:pt x="19326" y="16208"/>
                </a:lnTo>
                <a:lnTo>
                  <a:pt x="10532" y="16208"/>
                </a:lnTo>
                <a:lnTo>
                  <a:pt x="10532" y="14750"/>
                </a:lnTo>
                <a:cubicBezTo>
                  <a:pt x="10532" y="14548"/>
                  <a:pt x="10361" y="14378"/>
                  <a:pt x="10160" y="14378"/>
                </a:cubicBezTo>
                <a:lnTo>
                  <a:pt x="5755" y="14378"/>
                </a:lnTo>
                <a:lnTo>
                  <a:pt x="5755" y="11229"/>
                </a:lnTo>
                <a:lnTo>
                  <a:pt x="10160" y="11229"/>
                </a:lnTo>
                <a:cubicBezTo>
                  <a:pt x="10361" y="11229"/>
                  <a:pt x="10532" y="11059"/>
                  <a:pt x="10532" y="10857"/>
                </a:cubicBezTo>
                <a:lnTo>
                  <a:pt x="10532" y="7553"/>
                </a:lnTo>
                <a:cubicBezTo>
                  <a:pt x="10532" y="7352"/>
                  <a:pt x="10361" y="7197"/>
                  <a:pt x="10160" y="7197"/>
                </a:cubicBezTo>
                <a:lnTo>
                  <a:pt x="5755" y="7197"/>
                </a:lnTo>
                <a:lnTo>
                  <a:pt x="5755" y="4033"/>
                </a:lnTo>
                <a:lnTo>
                  <a:pt x="10160" y="4033"/>
                </a:lnTo>
                <a:cubicBezTo>
                  <a:pt x="10361" y="4033"/>
                  <a:pt x="10532" y="3878"/>
                  <a:pt x="10532" y="3661"/>
                </a:cubicBezTo>
                <a:lnTo>
                  <a:pt x="10532" y="3288"/>
                </a:lnTo>
                <a:close/>
                <a:moveTo>
                  <a:pt x="373" y="0"/>
                </a:moveTo>
                <a:cubicBezTo>
                  <a:pt x="171" y="0"/>
                  <a:pt x="1" y="171"/>
                  <a:pt x="1" y="372"/>
                </a:cubicBezTo>
                <a:lnTo>
                  <a:pt x="1" y="3661"/>
                </a:lnTo>
                <a:cubicBezTo>
                  <a:pt x="1" y="3878"/>
                  <a:pt x="171" y="4033"/>
                  <a:pt x="373" y="4033"/>
                </a:cubicBezTo>
                <a:lnTo>
                  <a:pt x="4778" y="4033"/>
                </a:lnTo>
                <a:lnTo>
                  <a:pt x="4778" y="7197"/>
                </a:lnTo>
                <a:lnTo>
                  <a:pt x="373" y="7197"/>
                </a:lnTo>
                <a:cubicBezTo>
                  <a:pt x="171" y="7197"/>
                  <a:pt x="1" y="7352"/>
                  <a:pt x="1" y="7553"/>
                </a:cubicBezTo>
                <a:lnTo>
                  <a:pt x="1" y="10857"/>
                </a:lnTo>
                <a:cubicBezTo>
                  <a:pt x="1" y="11059"/>
                  <a:pt x="171" y="11229"/>
                  <a:pt x="373" y="11229"/>
                </a:cubicBezTo>
                <a:lnTo>
                  <a:pt x="4778" y="11229"/>
                </a:lnTo>
                <a:lnTo>
                  <a:pt x="4778" y="14378"/>
                </a:lnTo>
                <a:lnTo>
                  <a:pt x="373" y="14378"/>
                </a:lnTo>
                <a:cubicBezTo>
                  <a:pt x="171" y="14378"/>
                  <a:pt x="1" y="14548"/>
                  <a:pt x="1" y="14750"/>
                </a:cubicBezTo>
                <a:lnTo>
                  <a:pt x="1" y="18053"/>
                </a:lnTo>
                <a:cubicBezTo>
                  <a:pt x="1" y="18255"/>
                  <a:pt x="171" y="18410"/>
                  <a:pt x="373" y="18410"/>
                </a:cubicBezTo>
                <a:lnTo>
                  <a:pt x="10160" y="18410"/>
                </a:lnTo>
                <a:cubicBezTo>
                  <a:pt x="10361" y="18410"/>
                  <a:pt x="10532" y="18255"/>
                  <a:pt x="10532" y="18053"/>
                </a:cubicBezTo>
                <a:lnTo>
                  <a:pt x="10532" y="17185"/>
                </a:lnTo>
                <a:lnTo>
                  <a:pt x="19822" y="17185"/>
                </a:lnTo>
                <a:cubicBezTo>
                  <a:pt x="20101" y="17185"/>
                  <a:pt x="20318" y="16968"/>
                  <a:pt x="20318" y="16704"/>
                </a:cubicBezTo>
                <a:lnTo>
                  <a:pt x="20318" y="11229"/>
                </a:lnTo>
                <a:lnTo>
                  <a:pt x="23668" y="11229"/>
                </a:lnTo>
                <a:cubicBezTo>
                  <a:pt x="23870" y="11229"/>
                  <a:pt x="24041" y="11059"/>
                  <a:pt x="24041" y="10857"/>
                </a:cubicBezTo>
                <a:lnTo>
                  <a:pt x="24041" y="7553"/>
                </a:lnTo>
                <a:cubicBezTo>
                  <a:pt x="24041" y="7352"/>
                  <a:pt x="23870" y="7197"/>
                  <a:pt x="23668" y="7197"/>
                </a:cubicBezTo>
                <a:lnTo>
                  <a:pt x="20318" y="7197"/>
                </a:lnTo>
                <a:lnTo>
                  <a:pt x="20318" y="2792"/>
                </a:lnTo>
                <a:cubicBezTo>
                  <a:pt x="20318" y="2513"/>
                  <a:pt x="20101" y="2296"/>
                  <a:pt x="19822" y="2296"/>
                </a:cubicBezTo>
                <a:lnTo>
                  <a:pt x="10532" y="2296"/>
                </a:lnTo>
                <a:lnTo>
                  <a:pt x="10532" y="372"/>
                </a:lnTo>
                <a:cubicBezTo>
                  <a:pt x="10532" y="171"/>
                  <a:pt x="10361" y="0"/>
                  <a:pt x="101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423;p34">
            <a:extLst>
              <a:ext uri="{FF2B5EF4-FFF2-40B4-BE49-F238E27FC236}">
                <a16:creationId xmlns:a16="http://schemas.microsoft.com/office/drawing/2014/main" id="{E986D909-EC11-8235-BDB0-FFA15E9633BE}"/>
              </a:ext>
            </a:extLst>
          </p:cNvPr>
          <p:cNvGrpSpPr/>
          <p:nvPr/>
        </p:nvGrpSpPr>
        <p:grpSpPr>
          <a:xfrm>
            <a:off x="1645726" y="2933540"/>
            <a:ext cx="827129" cy="625977"/>
            <a:chOff x="-1611775" y="1332800"/>
            <a:chExt cx="469175" cy="492075"/>
          </a:xfrm>
        </p:grpSpPr>
        <p:sp>
          <p:nvSpPr>
            <p:cNvPr id="5" name="Google Shape;424;p34">
              <a:extLst>
                <a:ext uri="{FF2B5EF4-FFF2-40B4-BE49-F238E27FC236}">
                  <a16:creationId xmlns:a16="http://schemas.microsoft.com/office/drawing/2014/main" id="{35CA6F9B-FFFC-4C81-AE6A-272D2CB8900D}"/>
                </a:ext>
              </a:extLst>
            </p:cNvPr>
            <p:cNvSpPr/>
            <p:nvPr/>
          </p:nvSpPr>
          <p:spPr>
            <a:xfrm>
              <a:off x="-1581150" y="1758225"/>
              <a:ext cx="107025" cy="66650"/>
            </a:xfrm>
            <a:custGeom>
              <a:avLst/>
              <a:gdLst/>
              <a:ahLst/>
              <a:cxnLst/>
              <a:rect l="l" t="t" r="r" b="b"/>
              <a:pathLst>
                <a:path w="4281" h="2666" extrusionOk="0">
                  <a:moveTo>
                    <a:pt x="572" y="0"/>
                  </a:moveTo>
                  <a:cubicBezTo>
                    <a:pt x="516" y="0"/>
                    <a:pt x="459" y="9"/>
                    <a:pt x="404" y="29"/>
                  </a:cubicBezTo>
                  <a:cubicBezTo>
                    <a:pt x="140" y="122"/>
                    <a:pt x="0" y="417"/>
                    <a:pt x="93" y="680"/>
                  </a:cubicBezTo>
                  <a:cubicBezTo>
                    <a:pt x="357" y="1425"/>
                    <a:pt x="900" y="2030"/>
                    <a:pt x="1598" y="2371"/>
                  </a:cubicBezTo>
                  <a:cubicBezTo>
                    <a:pt x="2017" y="2573"/>
                    <a:pt x="2451" y="2666"/>
                    <a:pt x="2901" y="2666"/>
                  </a:cubicBezTo>
                  <a:cubicBezTo>
                    <a:pt x="3226" y="2666"/>
                    <a:pt x="3552" y="2619"/>
                    <a:pt x="3862" y="2511"/>
                  </a:cubicBezTo>
                  <a:cubicBezTo>
                    <a:pt x="4141" y="2417"/>
                    <a:pt x="4281" y="2123"/>
                    <a:pt x="4188" y="1859"/>
                  </a:cubicBezTo>
                  <a:cubicBezTo>
                    <a:pt x="4114" y="1651"/>
                    <a:pt x="3915" y="1520"/>
                    <a:pt x="3705" y="1520"/>
                  </a:cubicBezTo>
                  <a:cubicBezTo>
                    <a:pt x="3649" y="1520"/>
                    <a:pt x="3592" y="1529"/>
                    <a:pt x="3536" y="1549"/>
                  </a:cubicBezTo>
                  <a:cubicBezTo>
                    <a:pt x="3326" y="1621"/>
                    <a:pt x="3111" y="1657"/>
                    <a:pt x="2897" y="1657"/>
                  </a:cubicBezTo>
                  <a:cubicBezTo>
                    <a:pt x="2605" y="1657"/>
                    <a:pt x="2316" y="1590"/>
                    <a:pt x="2048" y="1456"/>
                  </a:cubicBezTo>
                  <a:cubicBezTo>
                    <a:pt x="1582" y="1239"/>
                    <a:pt x="1226" y="836"/>
                    <a:pt x="1055" y="339"/>
                  </a:cubicBezTo>
                  <a:cubicBezTo>
                    <a:pt x="981" y="131"/>
                    <a:pt x="782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25;p34">
              <a:extLst>
                <a:ext uri="{FF2B5EF4-FFF2-40B4-BE49-F238E27FC236}">
                  <a16:creationId xmlns:a16="http://schemas.microsoft.com/office/drawing/2014/main" id="{62A9ABC2-FBC4-CF63-A34C-839B7F855E1A}"/>
                </a:ext>
              </a:extLst>
            </p:cNvPr>
            <p:cNvSpPr/>
            <p:nvPr/>
          </p:nvSpPr>
          <p:spPr>
            <a:xfrm>
              <a:off x="-1303525" y="1480925"/>
              <a:ext cx="86875" cy="87275"/>
            </a:xfrm>
            <a:custGeom>
              <a:avLst/>
              <a:gdLst/>
              <a:ahLst/>
              <a:cxnLst/>
              <a:rect l="l" t="t" r="r" b="b"/>
              <a:pathLst>
                <a:path w="3475" h="3491" extrusionOk="0">
                  <a:moveTo>
                    <a:pt x="512" y="1"/>
                  </a:moveTo>
                  <a:cubicBezTo>
                    <a:pt x="233" y="1"/>
                    <a:pt x="0" y="233"/>
                    <a:pt x="0" y="512"/>
                  </a:cubicBezTo>
                  <a:cubicBezTo>
                    <a:pt x="0" y="792"/>
                    <a:pt x="233" y="1024"/>
                    <a:pt x="512" y="1024"/>
                  </a:cubicBezTo>
                  <a:cubicBezTo>
                    <a:pt x="1582" y="1024"/>
                    <a:pt x="2451" y="1908"/>
                    <a:pt x="2435" y="2978"/>
                  </a:cubicBezTo>
                  <a:cubicBezTo>
                    <a:pt x="2435" y="3258"/>
                    <a:pt x="2668" y="3490"/>
                    <a:pt x="2947" y="3490"/>
                  </a:cubicBezTo>
                  <a:cubicBezTo>
                    <a:pt x="3226" y="3490"/>
                    <a:pt x="3459" y="3273"/>
                    <a:pt x="3459" y="2994"/>
                  </a:cubicBezTo>
                  <a:cubicBezTo>
                    <a:pt x="3474" y="1350"/>
                    <a:pt x="2156" y="16"/>
                    <a:pt x="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26;p34">
              <a:extLst>
                <a:ext uri="{FF2B5EF4-FFF2-40B4-BE49-F238E27FC236}">
                  <a16:creationId xmlns:a16="http://schemas.microsoft.com/office/drawing/2014/main" id="{BBA28AA4-B280-D508-C4CC-FD66ADE52618}"/>
                </a:ext>
              </a:extLst>
            </p:cNvPr>
            <p:cNvSpPr/>
            <p:nvPr/>
          </p:nvSpPr>
          <p:spPr>
            <a:xfrm>
              <a:off x="-1611775" y="1332800"/>
              <a:ext cx="291975" cy="424600"/>
            </a:xfrm>
            <a:custGeom>
              <a:avLst/>
              <a:gdLst/>
              <a:ahLst/>
              <a:cxnLst/>
              <a:rect l="l" t="t" r="r" b="b"/>
              <a:pathLst>
                <a:path w="11679" h="16984" extrusionOk="0">
                  <a:moveTo>
                    <a:pt x="5832" y="1288"/>
                  </a:moveTo>
                  <a:cubicBezTo>
                    <a:pt x="8654" y="1288"/>
                    <a:pt x="10391" y="2219"/>
                    <a:pt x="10391" y="2731"/>
                  </a:cubicBezTo>
                  <a:cubicBezTo>
                    <a:pt x="10391" y="3242"/>
                    <a:pt x="8654" y="4173"/>
                    <a:pt x="5832" y="4173"/>
                  </a:cubicBezTo>
                  <a:cubicBezTo>
                    <a:pt x="3009" y="4173"/>
                    <a:pt x="1287" y="3242"/>
                    <a:pt x="1287" y="2731"/>
                  </a:cubicBezTo>
                  <a:cubicBezTo>
                    <a:pt x="1287" y="2219"/>
                    <a:pt x="3009" y="1288"/>
                    <a:pt x="5832" y="1288"/>
                  </a:cubicBezTo>
                  <a:close/>
                  <a:moveTo>
                    <a:pt x="10097" y="5771"/>
                  </a:moveTo>
                  <a:cubicBezTo>
                    <a:pt x="10283" y="5926"/>
                    <a:pt x="10391" y="6081"/>
                    <a:pt x="10391" y="6205"/>
                  </a:cubicBezTo>
                  <a:cubicBezTo>
                    <a:pt x="10391" y="6701"/>
                    <a:pt x="8654" y="7632"/>
                    <a:pt x="5832" y="7632"/>
                  </a:cubicBezTo>
                  <a:cubicBezTo>
                    <a:pt x="3009" y="7632"/>
                    <a:pt x="1287" y="6701"/>
                    <a:pt x="1287" y="6205"/>
                  </a:cubicBezTo>
                  <a:cubicBezTo>
                    <a:pt x="1287" y="6081"/>
                    <a:pt x="1380" y="5926"/>
                    <a:pt x="1582" y="5771"/>
                  </a:cubicBezTo>
                  <a:cubicBezTo>
                    <a:pt x="2714" y="6313"/>
                    <a:pt x="4312" y="6593"/>
                    <a:pt x="5832" y="6593"/>
                  </a:cubicBezTo>
                  <a:cubicBezTo>
                    <a:pt x="7367" y="6593"/>
                    <a:pt x="8949" y="6313"/>
                    <a:pt x="10097" y="5771"/>
                  </a:cubicBezTo>
                  <a:close/>
                  <a:moveTo>
                    <a:pt x="5832" y="1"/>
                  </a:moveTo>
                  <a:cubicBezTo>
                    <a:pt x="3009" y="1"/>
                    <a:pt x="0" y="963"/>
                    <a:pt x="0" y="2731"/>
                  </a:cubicBezTo>
                  <a:lnTo>
                    <a:pt x="0" y="4127"/>
                  </a:lnTo>
                  <a:lnTo>
                    <a:pt x="0" y="4158"/>
                  </a:lnTo>
                  <a:cubicBezTo>
                    <a:pt x="62" y="4483"/>
                    <a:pt x="233" y="4778"/>
                    <a:pt x="496" y="5042"/>
                  </a:cubicBezTo>
                  <a:cubicBezTo>
                    <a:pt x="171" y="5383"/>
                    <a:pt x="0" y="5755"/>
                    <a:pt x="0" y="6189"/>
                  </a:cubicBezTo>
                  <a:lnTo>
                    <a:pt x="0" y="7601"/>
                  </a:lnTo>
                  <a:lnTo>
                    <a:pt x="0" y="7632"/>
                  </a:lnTo>
                  <a:cubicBezTo>
                    <a:pt x="62" y="7957"/>
                    <a:pt x="233" y="8252"/>
                    <a:pt x="496" y="8500"/>
                  </a:cubicBezTo>
                  <a:cubicBezTo>
                    <a:pt x="171" y="8841"/>
                    <a:pt x="0" y="9229"/>
                    <a:pt x="0" y="9663"/>
                  </a:cubicBezTo>
                  <a:lnTo>
                    <a:pt x="0" y="11059"/>
                  </a:lnTo>
                  <a:lnTo>
                    <a:pt x="0" y="11090"/>
                  </a:lnTo>
                  <a:cubicBezTo>
                    <a:pt x="62" y="11416"/>
                    <a:pt x="233" y="11711"/>
                    <a:pt x="496" y="11974"/>
                  </a:cubicBezTo>
                  <a:cubicBezTo>
                    <a:pt x="171" y="12300"/>
                    <a:pt x="0" y="12688"/>
                    <a:pt x="0" y="13122"/>
                  </a:cubicBezTo>
                  <a:lnTo>
                    <a:pt x="0" y="14533"/>
                  </a:lnTo>
                  <a:lnTo>
                    <a:pt x="0" y="14564"/>
                  </a:lnTo>
                  <a:cubicBezTo>
                    <a:pt x="310" y="16100"/>
                    <a:pt x="3009" y="16937"/>
                    <a:pt x="5583" y="16984"/>
                  </a:cubicBezTo>
                  <a:cubicBezTo>
                    <a:pt x="5692" y="16875"/>
                    <a:pt x="5832" y="16782"/>
                    <a:pt x="5971" y="16705"/>
                  </a:cubicBezTo>
                  <a:lnTo>
                    <a:pt x="5971" y="14564"/>
                  </a:lnTo>
                  <a:lnTo>
                    <a:pt x="5832" y="14564"/>
                  </a:lnTo>
                  <a:cubicBezTo>
                    <a:pt x="3009" y="14564"/>
                    <a:pt x="1287" y="13634"/>
                    <a:pt x="1287" y="13122"/>
                  </a:cubicBezTo>
                  <a:cubicBezTo>
                    <a:pt x="1287" y="13014"/>
                    <a:pt x="1380" y="12858"/>
                    <a:pt x="1582" y="12703"/>
                  </a:cubicBezTo>
                  <a:cubicBezTo>
                    <a:pt x="2714" y="13246"/>
                    <a:pt x="4312" y="13525"/>
                    <a:pt x="5832" y="13525"/>
                  </a:cubicBezTo>
                  <a:lnTo>
                    <a:pt x="5971" y="13525"/>
                  </a:lnTo>
                  <a:lnTo>
                    <a:pt x="5971" y="11090"/>
                  </a:lnTo>
                  <a:cubicBezTo>
                    <a:pt x="5925" y="11090"/>
                    <a:pt x="5878" y="11106"/>
                    <a:pt x="5832" y="11106"/>
                  </a:cubicBezTo>
                  <a:cubicBezTo>
                    <a:pt x="3009" y="11106"/>
                    <a:pt x="1287" y="10175"/>
                    <a:pt x="1287" y="9663"/>
                  </a:cubicBezTo>
                  <a:cubicBezTo>
                    <a:pt x="1287" y="9539"/>
                    <a:pt x="1380" y="9400"/>
                    <a:pt x="1582" y="9245"/>
                  </a:cubicBezTo>
                  <a:cubicBezTo>
                    <a:pt x="2714" y="9772"/>
                    <a:pt x="4312" y="10051"/>
                    <a:pt x="5832" y="10051"/>
                  </a:cubicBezTo>
                  <a:lnTo>
                    <a:pt x="6142" y="10051"/>
                  </a:lnTo>
                  <a:cubicBezTo>
                    <a:pt x="6343" y="9741"/>
                    <a:pt x="6700" y="9524"/>
                    <a:pt x="7103" y="9524"/>
                  </a:cubicBezTo>
                  <a:lnTo>
                    <a:pt x="9368" y="9524"/>
                  </a:lnTo>
                  <a:cubicBezTo>
                    <a:pt x="9616" y="9446"/>
                    <a:pt x="9864" y="9353"/>
                    <a:pt x="10097" y="9245"/>
                  </a:cubicBezTo>
                  <a:cubicBezTo>
                    <a:pt x="10221" y="9338"/>
                    <a:pt x="10314" y="9446"/>
                    <a:pt x="10360" y="9524"/>
                  </a:cubicBezTo>
                  <a:lnTo>
                    <a:pt x="11679" y="9524"/>
                  </a:lnTo>
                  <a:cubicBezTo>
                    <a:pt x="11632" y="9152"/>
                    <a:pt x="11462" y="8810"/>
                    <a:pt x="11182" y="8516"/>
                  </a:cubicBezTo>
                  <a:cubicBezTo>
                    <a:pt x="11431" y="8252"/>
                    <a:pt x="11617" y="7957"/>
                    <a:pt x="11679" y="7632"/>
                  </a:cubicBezTo>
                  <a:lnTo>
                    <a:pt x="11679" y="6189"/>
                  </a:lnTo>
                  <a:cubicBezTo>
                    <a:pt x="11679" y="5771"/>
                    <a:pt x="11493" y="5383"/>
                    <a:pt x="11182" y="5042"/>
                  </a:cubicBezTo>
                  <a:cubicBezTo>
                    <a:pt x="11431" y="4778"/>
                    <a:pt x="11617" y="4483"/>
                    <a:pt x="11679" y="4158"/>
                  </a:cubicBezTo>
                  <a:lnTo>
                    <a:pt x="11679" y="2731"/>
                  </a:lnTo>
                  <a:cubicBezTo>
                    <a:pt x="11679" y="963"/>
                    <a:pt x="8670" y="1"/>
                    <a:pt x="58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27;p34">
              <a:extLst>
                <a:ext uri="{FF2B5EF4-FFF2-40B4-BE49-F238E27FC236}">
                  <a16:creationId xmlns:a16="http://schemas.microsoft.com/office/drawing/2014/main" id="{A0051184-604E-8A3C-11B1-FB5C47585788}"/>
                </a:ext>
              </a:extLst>
            </p:cNvPr>
            <p:cNvSpPr/>
            <p:nvPr/>
          </p:nvSpPr>
          <p:spPr>
            <a:xfrm>
              <a:off x="-1466375" y="1586775"/>
              <a:ext cx="323775" cy="214850"/>
            </a:xfrm>
            <a:custGeom>
              <a:avLst/>
              <a:gdLst/>
              <a:ahLst/>
              <a:cxnLst/>
              <a:rect l="l" t="t" r="r" b="b"/>
              <a:pathLst>
                <a:path w="12951" h="8594" extrusionOk="0">
                  <a:moveTo>
                    <a:pt x="10965" y="1086"/>
                  </a:moveTo>
                  <a:lnTo>
                    <a:pt x="10965" y="7104"/>
                  </a:lnTo>
                  <a:lnTo>
                    <a:pt x="1970" y="7104"/>
                  </a:lnTo>
                  <a:lnTo>
                    <a:pt x="1970" y="1086"/>
                  </a:lnTo>
                  <a:close/>
                  <a:moveTo>
                    <a:pt x="1287" y="1"/>
                  </a:moveTo>
                  <a:cubicBezTo>
                    <a:pt x="1008" y="1"/>
                    <a:pt x="791" y="233"/>
                    <a:pt x="791" y="497"/>
                  </a:cubicBezTo>
                  <a:lnTo>
                    <a:pt x="791" y="7011"/>
                  </a:lnTo>
                  <a:lnTo>
                    <a:pt x="589" y="7058"/>
                  </a:lnTo>
                  <a:cubicBezTo>
                    <a:pt x="248" y="7151"/>
                    <a:pt x="0" y="7461"/>
                    <a:pt x="0" y="7818"/>
                  </a:cubicBezTo>
                  <a:cubicBezTo>
                    <a:pt x="0" y="8252"/>
                    <a:pt x="341" y="8593"/>
                    <a:pt x="776" y="8593"/>
                  </a:cubicBezTo>
                  <a:lnTo>
                    <a:pt x="12175" y="8593"/>
                  </a:lnTo>
                  <a:cubicBezTo>
                    <a:pt x="12609" y="8593"/>
                    <a:pt x="12951" y="8252"/>
                    <a:pt x="12951" y="7818"/>
                  </a:cubicBezTo>
                  <a:cubicBezTo>
                    <a:pt x="12951" y="7461"/>
                    <a:pt x="12702" y="7151"/>
                    <a:pt x="12346" y="7058"/>
                  </a:cubicBezTo>
                  <a:lnTo>
                    <a:pt x="12160" y="7011"/>
                  </a:lnTo>
                  <a:lnTo>
                    <a:pt x="12160" y="497"/>
                  </a:lnTo>
                  <a:cubicBezTo>
                    <a:pt x="12160" y="233"/>
                    <a:pt x="11942" y="1"/>
                    <a:pt x="116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739;p47">
            <a:extLst>
              <a:ext uri="{FF2B5EF4-FFF2-40B4-BE49-F238E27FC236}">
                <a16:creationId xmlns:a16="http://schemas.microsoft.com/office/drawing/2014/main" id="{2785EB17-32EE-4CDA-C95F-8BE146DEEBFA}"/>
              </a:ext>
            </a:extLst>
          </p:cNvPr>
          <p:cNvGrpSpPr/>
          <p:nvPr/>
        </p:nvGrpSpPr>
        <p:grpSpPr>
          <a:xfrm>
            <a:off x="4227477" y="2923404"/>
            <a:ext cx="732854" cy="719800"/>
            <a:chOff x="4668125" y="1463989"/>
            <a:chExt cx="441580" cy="586260"/>
          </a:xfrm>
        </p:grpSpPr>
        <p:sp>
          <p:nvSpPr>
            <p:cNvPr id="16" name="Google Shape;740;p47">
              <a:extLst>
                <a:ext uri="{FF2B5EF4-FFF2-40B4-BE49-F238E27FC236}">
                  <a16:creationId xmlns:a16="http://schemas.microsoft.com/office/drawing/2014/main" id="{04CEC5D9-BAC0-9E5E-F793-FD8DCADFAC12}"/>
                </a:ext>
              </a:extLst>
            </p:cNvPr>
            <p:cNvSpPr/>
            <p:nvPr/>
          </p:nvSpPr>
          <p:spPr>
            <a:xfrm>
              <a:off x="4668125" y="1463989"/>
              <a:ext cx="441580" cy="313735"/>
            </a:xfrm>
            <a:custGeom>
              <a:avLst/>
              <a:gdLst/>
              <a:ahLst/>
              <a:cxnLst/>
              <a:rect l="l" t="t" r="r" b="b"/>
              <a:pathLst>
                <a:path w="11229" h="7978" extrusionOk="0">
                  <a:moveTo>
                    <a:pt x="6263" y="0"/>
                  </a:moveTo>
                  <a:cubicBezTo>
                    <a:pt x="4870" y="0"/>
                    <a:pt x="3715" y="989"/>
                    <a:pt x="3442" y="2298"/>
                  </a:cubicBezTo>
                  <a:cubicBezTo>
                    <a:pt x="3263" y="2251"/>
                    <a:pt x="3061" y="2239"/>
                    <a:pt x="2870" y="2239"/>
                  </a:cubicBezTo>
                  <a:cubicBezTo>
                    <a:pt x="1287" y="2239"/>
                    <a:pt x="1" y="3525"/>
                    <a:pt x="1" y="5108"/>
                  </a:cubicBezTo>
                  <a:cubicBezTo>
                    <a:pt x="1" y="6692"/>
                    <a:pt x="1287" y="7978"/>
                    <a:pt x="2870" y="7978"/>
                  </a:cubicBezTo>
                  <a:lnTo>
                    <a:pt x="8347" y="7978"/>
                  </a:lnTo>
                  <a:cubicBezTo>
                    <a:pt x="9942" y="7978"/>
                    <a:pt x="11228" y="6692"/>
                    <a:pt x="11228" y="5108"/>
                  </a:cubicBezTo>
                  <a:cubicBezTo>
                    <a:pt x="11228" y="3775"/>
                    <a:pt x="10312" y="2656"/>
                    <a:pt x="9073" y="2334"/>
                  </a:cubicBezTo>
                  <a:cubicBezTo>
                    <a:pt x="8823" y="1001"/>
                    <a:pt x="7656" y="0"/>
                    <a:pt x="6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41;p47">
              <a:extLst>
                <a:ext uri="{FF2B5EF4-FFF2-40B4-BE49-F238E27FC236}">
                  <a16:creationId xmlns:a16="http://schemas.microsoft.com/office/drawing/2014/main" id="{7943D2E5-755D-0DC5-52A1-F41920218459}"/>
                </a:ext>
              </a:extLst>
            </p:cNvPr>
            <p:cNvSpPr/>
            <p:nvPr/>
          </p:nvSpPr>
          <p:spPr>
            <a:xfrm>
              <a:off x="4718697" y="1899438"/>
              <a:ext cx="339965" cy="150811"/>
            </a:xfrm>
            <a:custGeom>
              <a:avLst/>
              <a:gdLst/>
              <a:ahLst/>
              <a:cxnLst/>
              <a:rect l="l" t="t" r="r" b="b"/>
              <a:pathLst>
                <a:path w="8645" h="3835" extrusionOk="0">
                  <a:moveTo>
                    <a:pt x="548" y="0"/>
                  </a:moveTo>
                  <a:cubicBezTo>
                    <a:pt x="251" y="0"/>
                    <a:pt x="1" y="238"/>
                    <a:pt x="1" y="548"/>
                  </a:cubicBezTo>
                  <a:lnTo>
                    <a:pt x="1" y="3286"/>
                  </a:lnTo>
                  <a:cubicBezTo>
                    <a:pt x="1" y="3584"/>
                    <a:pt x="251" y="3834"/>
                    <a:pt x="548" y="3834"/>
                  </a:cubicBezTo>
                  <a:lnTo>
                    <a:pt x="8097" y="3834"/>
                  </a:lnTo>
                  <a:cubicBezTo>
                    <a:pt x="8395" y="3834"/>
                    <a:pt x="8645" y="3584"/>
                    <a:pt x="8645" y="3286"/>
                  </a:cubicBezTo>
                  <a:lnTo>
                    <a:pt x="8645" y="548"/>
                  </a:lnTo>
                  <a:cubicBezTo>
                    <a:pt x="8645" y="238"/>
                    <a:pt x="8395" y="0"/>
                    <a:pt x="8097" y="0"/>
                  </a:cubicBezTo>
                  <a:cubicBezTo>
                    <a:pt x="7787" y="0"/>
                    <a:pt x="7537" y="238"/>
                    <a:pt x="7537" y="548"/>
                  </a:cubicBezTo>
                  <a:lnTo>
                    <a:pt x="7537" y="2727"/>
                  </a:lnTo>
                  <a:lnTo>
                    <a:pt x="1108" y="2727"/>
                  </a:lnTo>
                  <a:lnTo>
                    <a:pt x="1108" y="548"/>
                  </a:lnTo>
                  <a:cubicBezTo>
                    <a:pt x="1108" y="238"/>
                    <a:pt x="858" y="0"/>
                    <a:pt x="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2;p47">
              <a:extLst>
                <a:ext uri="{FF2B5EF4-FFF2-40B4-BE49-F238E27FC236}">
                  <a16:creationId xmlns:a16="http://schemas.microsoft.com/office/drawing/2014/main" id="{25E3E2B2-B8CF-2BEA-1FC4-AC9CBD412FCC}"/>
                </a:ext>
              </a:extLst>
            </p:cNvPr>
            <p:cNvSpPr/>
            <p:nvPr/>
          </p:nvSpPr>
          <p:spPr>
            <a:xfrm>
              <a:off x="4803915" y="1791254"/>
              <a:ext cx="169530" cy="190608"/>
            </a:xfrm>
            <a:custGeom>
              <a:avLst/>
              <a:gdLst/>
              <a:ahLst/>
              <a:cxnLst/>
              <a:rect l="l" t="t" r="r" b="b"/>
              <a:pathLst>
                <a:path w="4311" h="4847" extrusionOk="0">
                  <a:moveTo>
                    <a:pt x="2156" y="1"/>
                  </a:moveTo>
                  <a:cubicBezTo>
                    <a:pt x="1846" y="1"/>
                    <a:pt x="1608" y="251"/>
                    <a:pt x="1608" y="561"/>
                  </a:cubicBezTo>
                  <a:lnTo>
                    <a:pt x="1608" y="2954"/>
                  </a:lnTo>
                  <a:lnTo>
                    <a:pt x="1001" y="2358"/>
                  </a:lnTo>
                  <a:cubicBezTo>
                    <a:pt x="894" y="2251"/>
                    <a:pt x="754" y="2198"/>
                    <a:pt x="614" y="2198"/>
                  </a:cubicBezTo>
                  <a:cubicBezTo>
                    <a:pt x="474" y="2198"/>
                    <a:pt x="334" y="2251"/>
                    <a:pt x="227" y="2358"/>
                  </a:cubicBezTo>
                  <a:cubicBezTo>
                    <a:pt x="1" y="2573"/>
                    <a:pt x="1" y="2918"/>
                    <a:pt x="227" y="3144"/>
                  </a:cubicBezTo>
                  <a:lnTo>
                    <a:pt x="1763" y="4680"/>
                  </a:lnTo>
                  <a:cubicBezTo>
                    <a:pt x="1870" y="4787"/>
                    <a:pt x="2013" y="4847"/>
                    <a:pt x="2156" y="4847"/>
                  </a:cubicBezTo>
                  <a:cubicBezTo>
                    <a:pt x="2298" y="4847"/>
                    <a:pt x="2441" y="4787"/>
                    <a:pt x="2548" y="4680"/>
                  </a:cubicBezTo>
                  <a:lnTo>
                    <a:pt x="4096" y="3144"/>
                  </a:lnTo>
                  <a:cubicBezTo>
                    <a:pt x="4311" y="2918"/>
                    <a:pt x="4311" y="2573"/>
                    <a:pt x="4096" y="2358"/>
                  </a:cubicBezTo>
                  <a:cubicBezTo>
                    <a:pt x="3983" y="2251"/>
                    <a:pt x="3840" y="2198"/>
                    <a:pt x="3699" y="2198"/>
                  </a:cubicBezTo>
                  <a:cubicBezTo>
                    <a:pt x="3558" y="2198"/>
                    <a:pt x="3418" y="2251"/>
                    <a:pt x="3310" y="2358"/>
                  </a:cubicBezTo>
                  <a:lnTo>
                    <a:pt x="2715" y="2954"/>
                  </a:lnTo>
                  <a:lnTo>
                    <a:pt x="2715" y="561"/>
                  </a:lnTo>
                  <a:cubicBezTo>
                    <a:pt x="2715" y="251"/>
                    <a:pt x="2465" y="1"/>
                    <a:pt x="2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08892429-2D81-A0CE-405E-3E944EE3A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>
            <a:extLst>
              <a:ext uri="{FF2B5EF4-FFF2-40B4-BE49-F238E27FC236}">
                <a16:creationId xmlns:a16="http://schemas.microsoft.com/office/drawing/2014/main" id="{8A75A227-1176-9ECD-ED5A-FF287C342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Durant notre projet, nous avons implémenté un certain nombre de patrons de conception.</a:t>
            </a:r>
            <a:br>
              <a:rPr lang="fr-FR" dirty="0"/>
            </a:br>
            <a:br>
              <a:rPr lang="fr-FR" dirty="0"/>
            </a:br>
            <a:r>
              <a:rPr lang="fr-FR" dirty="0">
                <a:sym typeface="Wingdings" pitchFamily="2" charset="2"/>
              </a:rPr>
              <a:t>MVC</a:t>
            </a:r>
            <a:br>
              <a:rPr lang="fr-FR" dirty="0">
                <a:sym typeface="Wingdings" pitchFamily="2" charset="2"/>
              </a:rPr>
            </a:br>
            <a:r>
              <a:rPr lang="fr-FR" dirty="0">
                <a:sym typeface="Wingdings" pitchFamily="2" charset="2"/>
              </a:rPr>
              <a:t>Stratégie</a:t>
            </a:r>
            <a:br>
              <a:rPr lang="fr-FR" dirty="0">
                <a:sym typeface="Wingdings" pitchFamily="2" charset="2"/>
              </a:rPr>
            </a:br>
            <a:r>
              <a:rPr lang="fr-FR" dirty="0">
                <a:sym typeface="Wingdings" pitchFamily="2" charset="2"/>
              </a:rPr>
              <a:t>Fabrique</a:t>
            </a:r>
            <a:endParaRPr dirty="0"/>
          </a:p>
        </p:txBody>
      </p:sp>
      <p:sp>
        <p:nvSpPr>
          <p:cNvPr id="381" name="Google Shape;381;p33">
            <a:extLst>
              <a:ext uri="{FF2B5EF4-FFF2-40B4-BE49-F238E27FC236}">
                <a16:creationId xmlns:a16="http://schemas.microsoft.com/office/drawing/2014/main" id="{058C9AF7-C193-682A-E30D-6D80424A97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925" y="1508065"/>
            <a:ext cx="3963300" cy="948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/>
              <a:t>Patrons de conception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81049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 txBox="1">
            <a:spLocks noGrp="1"/>
          </p:cNvSpPr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9" name="Google Shape;369;p31"/>
          <p:cNvSpPr txBox="1">
            <a:spLocks noGrp="1"/>
          </p:cNvSpPr>
          <p:nvPr>
            <p:ph type="subTitle" idx="1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/>
              <a:t>CONCLUSION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379</Words>
  <Application>Microsoft Office PowerPoint</Application>
  <PresentationFormat>Affichage à l'écran (16:9)</PresentationFormat>
  <Paragraphs>55</Paragraphs>
  <Slides>14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5" baseType="lpstr">
      <vt:lpstr>Roboto Condensed Light</vt:lpstr>
      <vt:lpstr>Barlow Condensed ExtraBold</vt:lpstr>
      <vt:lpstr>Roboto</vt:lpstr>
      <vt:lpstr>Arial</vt:lpstr>
      <vt:lpstr>Nunito Light</vt:lpstr>
      <vt:lpstr>Anaheim</vt:lpstr>
      <vt:lpstr>Raleway SemiBold</vt:lpstr>
      <vt:lpstr>Wingdings</vt:lpstr>
      <vt:lpstr>Overpass Mono</vt:lpstr>
      <vt:lpstr>Al Bayan Plain</vt:lpstr>
      <vt:lpstr>Programming Lesson by Slidesgo</vt:lpstr>
      <vt:lpstr>SAE3.01 Développement d'applications </vt:lpstr>
      <vt:lpstr>FONCTIONNALITÉS CHOISIES</vt:lpstr>
      <vt:lpstr>ITÉRATIONS</vt:lpstr>
      <vt:lpstr>ITÉRATION 01</vt:lpstr>
      <vt:lpstr>ITÉRATION 02</vt:lpstr>
      <vt:lpstr>ITÉRATION 03</vt:lpstr>
      <vt:lpstr>ITÉRATION 04</vt:lpstr>
      <vt:lpstr>ITÉRATION 05</vt:lpstr>
      <vt:lpstr>ITÉRATION 06</vt:lpstr>
      <vt:lpstr>Problèmes rencontrés</vt:lpstr>
      <vt:lpstr>Elément Original</vt:lpstr>
      <vt:lpstr>CE QUE PROPOSE NOTRE APPLICATION</vt:lpstr>
      <vt:lpstr>Patrons de conception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Pacome Terrier</dc:creator>
  <cp:lastModifiedBy>Pacome Terrier</cp:lastModifiedBy>
  <cp:revision>7</cp:revision>
  <dcterms:modified xsi:type="dcterms:W3CDTF">2025-01-10T08:53:04Z</dcterms:modified>
</cp:coreProperties>
</file>